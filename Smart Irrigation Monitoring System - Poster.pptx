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>
  <p:sldMasterIdLst>
    <p:sldMasterId id="2147483662" r:id="rId1"/>
    <p:sldMasterId id="2147483674" r:id="rId2"/>
    <p:sldMasterId id="2147483664" r:id="rId3"/>
    <p:sldMasterId id="2147483666" r:id="rId4"/>
    <p:sldMasterId id="2147483668" r:id="rId5"/>
    <p:sldMasterId id="2147483672" r:id="rId6"/>
  </p:sldMasterIdLst>
  <p:notesMasterIdLst>
    <p:notesMasterId r:id="rId8"/>
  </p:notesMasterIdLst>
  <p:handoutMasterIdLst>
    <p:handoutMasterId r:id="rId9"/>
  </p:handoutMasterIdLst>
  <p:sldIdLst>
    <p:sldId id="259" r:id="rId7"/>
  </p:sldIdLst>
  <p:sldSz cx="21388388" cy="30279975"/>
  <p:notesSz cx="14663738" cy="20926425"/>
  <p:embeddedFontLst>
    <p:embeddedFont>
      <p:font typeface="Rdg Vesta" panose="020B0604020202020204" charset="0"/>
      <p:regular r:id="rId10"/>
      <p:bold r:id="rId11"/>
      <p:italic r:id="rId12"/>
      <p:boldItalic r:id="rId13"/>
    </p:embeddedFont>
  </p:embeddedFont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Rdg Vesta" pitchFamily="2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Rdg Vesta" pitchFamily="2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Rdg Vesta" pitchFamily="2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Rdg Vesta" pitchFamily="2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Rdg Vesta" pitchFamily="2" charset="0"/>
        <a:ea typeface="+mn-ea"/>
        <a:cs typeface="+mn-cs"/>
      </a:defRPr>
    </a:lvl5pPr>
    <a:lvl6pPr marL="2286000" algn="l" defTabSz="914400" rtl="0" eaLnBrk="1" latinLnBrk="0" hangingPunct="1">
      <a:defRPr sz="1300" kern="1200">
        <a:solidFill>
          <a:schemeClr val="tx1"/>
        </a:solidFill>
        <a:latin typeface="Rdg Vesta" pitchFamily="2" charset="0"/>
        <a:ea typeface="+mn-ea"/>
        <a:cs typeface="+mn-cs"/>
      </a:defRPr>
    </a:lvl6pPr>
    <a:lvl7pPr marL="2743200" algn="l" defTabSz="914400" rtl="0" eaLnBrk="1" latinLnBrk="0" hangingPunct="1">
      <a:defRPr sz="1300" kern="1200">
        <a:solidFill>
          <a:schemeClr val="tx1"/>
        </a:solidFill>
        <a:latin typeface="Rdg Vesta" pitchFamily="2" charset="0"/>
        <a:ea typeface="+mn-ea"/>
        <a:cs typeface="+mn-cs"/>
      </a:defRPr>
    </a:lvl7pPr>
    <a:lvl8pPr marL="3200400" algn="l" defTabSz="914400" rtl="0" eaLnBrk="1" latinLnBrk="0" hangingPunct="1">
      <a:defRPr sz="1300" kern="1200">
        <a:solidFill>
          <a:schemeClr val="tx1"/>
        </a:solidFill>
        <a:latin typeface="Rdg Vesta" pitchFamily="2" charset="0"/>
        <a:ea typeface="+mn-ea"/>
        <a:cs typeface="+mn-cs"/>
      </a:defRPr>
    </a:lvl8pPr>
    <a:lvl9pPr marL="3657600" algn="l" defTabSz="914400" rtl="0" eaLnBrk="1" latinLnBrk="0" hangingPunct="1">
      <a:defRPr sz="1300" kern="1200">
        <a:solidFill>
          <a:schemeClr val="tx1"/>
        </a:solidFill>
        <a:latin typeface="Rdg Vesta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52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6591">
          <p15:clr>
            <a:srgbClr val="A4A3A4"/>
          </p15:clr>
        </p15:guide>
        <p15:guide id="2" pos="461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E6E6E6"/>
    <a:srgbClr val="106D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7440" autoAdjust="0"/>
  </p:normalViewPr>
  <p:slideViewPr>
    <p:cSldViewPr showGuides="1">
      <p:cViewPr>
        <p:scale>
          <a:sx n="49" d="100"/>
          <a:sy n="49" d="100"/>
        </p:scale>
        <p:origin x="600" y="29"/>
      </p:cViewPr>
      <p:guideLst>
        <p:guide orient="horz"/>
        <p:guide pos="52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34" d="100"/>
          <a:sy n="34" d="100"/>
        </p:scale>
        <p:origin x="-3366" y="-90"/>
      </p:cViewPr>
      <p:guideLst>
        <p:guide orient="horz" pos="6591"/>
        <p:guide pos="461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4.fntdata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font" Target="fonts/font2.fntdata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Master" Target="slideMasters/slideMaster4.xml"/><Relationship Id="rId9" Type="http://schemas.openxmlformats.org/officeDocument/2006/relationships/handoutMaster" Target="handoutMasters/handoutMaster1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6354763" cy="1046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8305800" y="0"/>
            <a:ext cx="6354763" cy="1046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19877088"/>
            <a:ext cx="6354763" cy="1046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8305800" y="19877088"/>
            <a:ext cx="6354763" cy="1046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4106BD75-3EFD-4C18-B180-068DCC7276B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84212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6354763" cy="1049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3246" tIns="101626" rIns="203246" bIns="101626" numCol="1" anchor="t" anchorCtr="0" compatLnSpc="1">
            <a:prstTxWarp prst="textNoShape">
              <a:avLst/>
            </a:prstTxWarp>
          </a:bodyPr>
          <a:lstStyle>
            <a:lvl1pPr defTabSz="2033588" eaLnBrk="0" hangingPunct="0">
              <a:defRPr sz="27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8305800" y="0"/>
            <a:ext cx="6356350" cy="1049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3246" tIns="101626" rIns="203246" bIns="101626" numCol="1" anchor="t" anchorCtr="0" compatLnSpc="1">
            <a:prstTxWarp prst="textNoShape">
              <a:avLst/>
            </a:prstTxWarp>
          </a:bodyPr>
          <a:lstStyle>
            <a:lvl1pPr algn="r" defTabSz="2033588" eaLnBrk="0" hangingPunct="0">
              <a:defRPr sz="27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64063" y="1570038"/>
            <a:ext cx="5543550" cy="78501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466850" y="9942513"/>
            <a:ext cx="11730038" cy="941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3246" tIns="101626" rIns="203246" bIns="10162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19877088"/>
            <a:ext cx="6354763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3246" tIns="101626" rIns="203246" bIns="101626" numCol="1" anchor="b" anchorCtr="0" compatLnSpc="1">
            <a:prstTxWarp prst="textNoShape">
              <a:avLst/>
            </a:prstTxWarp>
          </a:bodyPr>
          <a:lstStyle>
            <a:lvl1pPr defTabSz="2033588" eaLnBrk="0" hangingPunct="0">
              <a:defRPr sz="27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8305800" y="19877088"/>
            <a:ext cx="6356350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3246" tIns="101626" rIns="203246" bIns="101626" numCol="1" anchor="b" anchorCtr="0" compatLnSpc="1">
            <a:prstTxWarp prst="textNoShape">
              <a:avLst/>
            </a:prstTxWarp>
          </a:bodyPr>
          <a:lstStyle>
            <a:lvl1pPr algn="r" defTabSz="2033588" eaLnBrk="0" hangingPunct="0">
              <a:defRPr sz="2700"/>
            </a:lvl1pPr>
          </a:lstStyle>
          <a:p>
            <a:pPr>
              <a:defRPr/>
            </a:pPr>
            <a:fld id="{5778D20B-1032-4243-B265-D2D63470AEB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75309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778D20B-1032-4243-B265-D2D63470AEBF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080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36600" y="5635625"/>
            <a:ext cx="9344025" cy="23852186"/>
          </a:xfrm>
          <a:prstGeom prst="rect">
            <a:avLst/>
          </a:prstGeom>
        </p:spPr>
        <p:txBody>
          <a:bodyPr/>
          <a:lstStyle>
            <a:lvl1pPr marL="360000" indent="-360000">
              <a:spcBef>
                <a:spcPts val="1400"/>
              </a:spcBef>
              <a:defRPr sz="19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0000" indent="-360000">
              <a:spcBef>
                <a:spcPts val="1000"/>
              </a:spcBef>
              <a:buFont typeface="Arial" pitchFamily="34" charset="0"/>
              <a:buChar char="•"/>
              <a:defRPr sz="19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80000" indent="-360000">
              <a:spcBef>
                <a:spcPts val="600"/>
              </a:spcBef>
              <a:buFont typeface="Rdg Vesta" pitchFamily="2" charset="0"/>
              <a:buChar char="−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50000" indent="-270000">
              <a:spcBef>
                <a:spcPts val="500"/>
              </a:spcBef>
              <a:buFont typeface="Arial" pitchFamily="34" charset="0"/>
              <a:buChar char="•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30000" indent="-180000">
              <a:spcBef>
                <a:spcPts val="500"/>
              </a:spcBef>
              <a:buClr>
                <a:schemeClr val="tx2"/>
              </a:buClr>
              <a:buFont typeface="Rdg Vesta" pitchFamily="2" charset="0"/>
              <a:buChar char="−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455613" marR="0" lvl="0" indent="-455613" algn="l" defTabSz="2952750" rtl="0" eaLnBrk="1" fontAlgn="base" latinLnBrk="0" hangingPunct="1">
              <a:lnSpc>
                <a:spcPct val="125000"/>
              </a:lnSpc>
              <a:spcBef>
                <a:spcPct val="6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US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styles</a:t>
            </a:r>
          </a:p>
          <a:p>
            <a:pPr marL="455613" marR="0" lvl="1" indent="-455613" algn="l" defTabSz="2952750" rtl="0" eaLnBrk="1" fontAlgn="base" latinLnBrk="0" hangingPunct="1">
              <a:lnSpc>
                <a:spcPct val="125000"/>
              </a:lnSpc>
              <a:spcBef>
                <a:spcPct val="6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US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455613" marR="0" lvl="2" indent="-455613" algn="l" defTabSz="2952750" rtl="0" eaLnBrk="1" fontAlgn="base" latinLnBrk="0" hangingPunct="1">
              <a:lnSpc>
                <a:spcPct val="125000"/>
              </a:lnSpc>
              <a:spcBef>
                <a:spcPct val="6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US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455613" marR="0" lvl="3" indent="-455613" algn="l" defTabSz="2952750" rtl="0" eaLnBrk="1" fontAlgn="base" latinLnBrk="0" hangingPunct="1">
              <a:lnSpc>
                <a:spcPct val="125000"/>
              </a:lnSpc>
              <a:spcBef>
                <a:spcPct val="6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US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6732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37" userDrawn="1">
          <p15:clr>
            <a:srgbClr val="FBAE40"/>
          </p15:clr>
        </p15:guide>
        <p15:guide id="2" pos="673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F871DA3-C206-4958-9304-C821B2F6E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600" y="5635625"/>
            <a:ext cx="9344025" cy="23852186"/>
          </a:xfrm>
          <a:prstGeom prst="rect">
            <a:avLst/>
          </a:prstGeom>
        </p:spPr>
        <p:txBody>
          <a:bodyPr/>
          <a:lstStyle>
            <a:lvl1pPr marL="360000" indent="-360000">
              <a:spcBef>
                <a:spcPts val="1400"/>
              </a:spcBef>
              <a:defRPr sz="19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0000" indent="-360000">
              <a:spcBef>
                <a:spcPts val="1000"/>
              </a:spcBef>
              <a:buFont typeface="Arial" pitchFamily="34" charset="0"/>
              <a:buChar char="•"/>
              <a:defRPr sz="19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80000" indent="-360000">
              <a:spcBef>
                <a:spcPts val="600"/>
              </a:spcBef>
              <a:buFont typeface="Rdg Vesta" pitchFamily="2" charset="0"/>
              <a:buChar char="−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50000" indent="-270000">
              <a:spcBef>
                <a:spcPts val="500"/>
              </a:spcBef>
              <a:buFont typeface="Arial" pitchFamily="34" charset="0"/>
              <a:buChar char="•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30000" indent="-180000">
              <a:spcBef>
                <a:spcPts val="500"/>
              </a:spcBef>
              <a:buClr>
                <a:schemeClr val="tx2"/>
              </a:buClr>
              <a:buFont typeface="Rdg Vesta" pitchFamily="2" charset="0"/>
              <a:buChar char="−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455613" marR="0" lvl="0" indent="-455613" algn="l" defTabSz="2952750" rtl="0" eaLnBrk="1" fontAlgn="base" latinLnBrk="0" hangingPunct="1">
              <a:lnSpc>
                <a:spcPct val="125000"/>
              </a:lnSpc>
              <a:spcBef>
                <a:spcPct val="6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GB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styles</a:t>
            </a:r>
          </a:p>
          <a:p>
            <a:pPr marL="1000125" marR="0" lvl="1" indent="-457200" algn="l" defTabSz="2952750" rtl="0" eaLnBrk="1" fontAlgn="base" latinLnBrk="0" hangingPunct="1">
              <a:lnSpc>
                <a:spcPct val="125000"/>
              </a:lnSpc>
              <a:spcBef>
                <a:spcPct val="4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GB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1331913" marR="0" lvl="2" indent="-342900" algn="l" defTabSz="2952750" rtl="0" eaLnBrk="1" fontAlgn="base" latinLnBrk="0" hangingPunct="1">
              <a:lnSpc>
                <a:spcPct val="125000"/>
              </a:lnSpc>
              <a:spcBef>
                <a:spcPct val="3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644650" marR="0" lvl="3" indent="-301625" algn="l" defTabSz="2952750" rtl="0" eaLnBrk="1" fontAlgn="base" latinLnBrk="0" hangingPunct="1">
              <a:lnSpc>
                <a:spcPct val="125000"/>
              </a:lnSpc>
              <a:spcBef>
                <a:spcPct val="4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790417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EF963AC-AD21-4E43-A16C-AB75B1463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600" y="5635625"/>
            <a:ext cx="9344025" cy="23852186"/>
          </a:xfrm>
          <a:prstGeom prst="rect">
            <a:avLst/>
          </a:prstGeom>
        </p:spPr>
        <p:txBody>
          <a:bodyPr/>
          <a:lstStyle>
            <a:lvl1pPr marL="360000" indent="-360000">
              <a:spcBef>
                <a:spcPts val="1400"/>
              </a:spcBef>
              <a:defRPr sz="19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0000" indent="-360000">
              <a:spcBef>
                <a:spcPts val="1000"/>
              </a:spcBef>
              <a:buFont typeface="Arial" pitchFamily="34" charset="0"/>
              <a:buChar char="•"/>
              <a:defRPr sz="19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80000" indent="-360000">
              <a:spcBef>
                <a:spcPts val="600"/>
              </a:spcBef>
              <a:buFont typeface="Rdg Vesta" pitchFamily="2" charset="0"/>
              <a:buChar char="−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50000" indent="-270000">
              <a:spcBef>
                <a:spcPts val="500"/>
              </a:spcBef>
              <a:buFont typeface="Arial" pitchFamily="34" charset="0"/>
              <a:buChar char="•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30000" indent="-180000">
              <a:spcBef>
                <a:spcPts val="500"/>
              </a:spcBef>
              <a:buClr>
                <a:schemeClr val="tx2"/>
              </a:buClr>
              <a:buFont typeface="Rdg Vesta" pitchFamily="2" charset="0"/>
              <a:buChar char="−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455613" marR="0" lvl="0" indent="-455613" algn="l" defTabSz="2952750" rtl="0" eaLnBrk="1" fontAlgn="base" latinLnBrk="0" hangingPunct="1">
              <a:lnSpc>
                <a:spcPct val="125000"/>
              </a:lnSpc>
              <a:spcBef>
                <a:spcPct val="6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GB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styles</a:t>
            </a:r>
          </a:p>
          <a:p>
            <a:pPr marL="1000125" marR="0" lvl="1" indent="-457200" algn="l" defTabSz="2952750" rtl="0" eaLnBrk="1" fontAlgn="base" latinLnBrk="0" hangingPunct="1">
              <a:lnSpc>
                <a:spcPct val="125000"/>
              </a:lnSpc>
              <a:spcBef>
                <a:spcPct val="4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GB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1331913" marR="0" lvl="2" indent="-342900" algn="l" defTabSz="2952750" rtl="0" eaLnBrk="1" fontAlgn="base" latinLnBrk="0" hangingPunct="1">
              <a:lnSpc>
                <a:spcPct val="125000"/>
              </a:lnSpc>
              <a:spcBef>
                <a:spcPct val="3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644650" marR="0" lvl="3" indent="-301625" algn="l" defTabSz="2952750" rtl="0" eaLnBrk="1" fontAlgn="base" latinLnBrk="0" hangingPunct="1">
              <a:lnSpc>
                <a:spcPct val="125000"/>
              </a:lnSpc>
              <a:spcBef>
                <a:spcPct val="4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123904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EAAAEFD-1EC9-4039-9D31-AFE1B8B61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600" y="5635625"/>
            <a:ext cx="9344025" cy="23852186"/>
          </a:xfrm>
          <a:prstGeom prst="rect">
            <a:avLst/>
          </a:prstGeom>
        </p:spPr>
        <p:txBody>
          <a:bodyPr/>
          <a:lstStyle>
            <a:lvl1pPr marL="360000" indent="-360000">
              <a:spcBef>
                <a:spcPts val="1400"/>
              </a:spcBef>
              <a:defRPr sz="19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0000" indent="-360000">
              <a:spcBef>
                <a:spcPts val="1000"/>
              </a:spcBef>
              <a:buFont typeface="Arial" pitchFamily="34" charset="0"/>
              <a:buChar char="•"/>
              <a:defRPr sz="19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80000" indent="-360000">
              <a:spcBef>
                <a:spcPts val="600"/>
              </a:spcBef>
              <a:buFont typeface="Rdg Vesta" pitchFamily="2" charset="0"/>
              <a:buChar char="−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50000" indent="-270000">
              <a:spcBef>
                <a:spcPts val="500"/>
              </a:spcBef>
              <a:buFont typeface="Arial" pitchFamily="34" charset="0"/>
              <a:buChar char="•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30000" indent="-180000">
              <a:spcBef>
                <a:spcPts val="500"/>
              </a:spcBef>
              <a:buClr>
                <a:schemeClr val="tx2"/>
              </a:buClr>
              <a:buFont typeface="Rdg Vesta" pitchFamily="2" charset="0"/>
              <a:buChar char="−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455613" marR="0" lvl="0" indent="-455613" algn="l" defTabSz="2952750" rtl="0" eaLnBrk="1" fontAlgn="base" latinLnBrk="0" hangingPunct="1">
              <a:lnSpc>
                <a:spcPct val="125000"/>
              </a:lnSpc>
              <a:spcBef>
                <a:spcPct val="6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GB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styles</a:t>
            </a:r>
          </a:p>
          <a:p>
            <a:pPr marL="1000125" marR="0" lvl="1" indent="-457200" algn="l" defTabSz="2952750" rtl="0" eaLnBrk="1" fontAlgn="base" latinLnBrk="0" hangingPunct="1">
              <a:lnSpc>
                <a:spcPct val="125000"/>
              </a:lnSpc>
              <a:spcBef>
                <a:spcPct val="4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GB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1331913" marR="0" lvl="2" indent="-342900" algn="l" defTabSz="2952750" rtl="0" eaLnBrk="1" fontAlgn="base" latinLnBrk="0" hangingPunct="1">
              <a:lnSpc>
                <a:spcPct val="125000"/>
              </a:lnSpc>
              <a:spcBef>
                <a:spcPct val="3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644650" marR="0" lvl="3" indent="-301625" algn="l" defTabSz="2952750" rtl="0" eaLnBrk="1" fontAlgn="base" latinLnBrk="0" hangingPunct="1">
              <a:lnSpc>
                <a:spcPct val="125000"/>
              </a:lnSpc>
              <a:spcBef>
                <a:spcPct val="4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466869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7515D96-1650-49B2-A79A-A2009C1C3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600" y="5635625"/>
            <a:ext cx="9344025" cy="23852186"/>
          </a:xfrm>
          <a:prstGeom prst="rect">
            <a:avLst/>
          </a:prstGeom>
        </p:spPr>
        <p:txBody>
          <a:bodyPr/>
          <a:lstStyle>
            <a:lvl1pPr marL="360000" indent="-360000">
              <a:spcBef>
                <a:spcPts val="1400"/>
              </a:spcBef>
              <a:defRPr sz="19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0000" indent="-360000">
              <a:spcBef>
                <a:spcPts val="1000"/>
              </a:spcBef>
              <a:buFont typeface="Arial" pitchFamily="34" charset="0"/>
              <a:buChar char="•"/>
              <a:defRPr sz="19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80000" indent="-360000">
              <a:spcBef>
                <a:spcPts val="600"/>
              </a:spcBef>
              <a:buFont typeface="Rdg Vesta" pitchFamily="2" charset="0"/>
              <a:buChar char="−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50000" indent="-270000">
              <a:spcBef>
                <a:spcPts val="500"/>
              </a:spcBef>
              <a:buFont typeface="Arial" pitchFamily="34" charset="0"/>
              <a:buChar char="•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30000" indent="-180000">
              <a:spcBef>
                <a:spcPts val="500"/>
              </a:spcBef>
              <a:buClr>
                <a:schemeClr val="tx2"/>
              </a:buClr>
              <a:buFont typeface="Rdg Vesta" pitchFamily="2" charset="0"/>
              <a:buChar char="−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455613" marR="0" lvl="0" indent="-455613" algn="l" defTabSz="2952750" rtl="0" eaLnBrk="1" fontAlgn="base" latinLnBrk="0" hangingPunct="1">
              <a:lnSpc>
                <a:spcPct val="125000"/>
              </a:lnSpc>
              <a:spcBef>
                <a:spcPct val="6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GB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styles</a:t>
            </a:r>
          </a:p>
          <a:p>
            <a:pPr marL="1000125" marR="0" lvl="1" indent="-457200" algn="l" defTabSz="2952750" rtl="0" eaLnBrk="1" fontAlgn="base" latinLnBrk="0" hangingPunct="1">
              <a:lnSpc>
                <a:spcPct val="125000"/>
              </a:lnSpc>
              <a:spcBef>
                <a:spcPct val="4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GB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1331913" marR="0" lvl="2" indent="-342900" algn="l" defTabSz="2952750" rtl="0" eaLnBrk="1" fontAlgn="base" latinLnBrk="0" hangingPunct="1">
              <a:lnSpc>
                <a:spcPct val="125000"/>
              </a:lnSpc>
              <a:spcBef>
                <a:spcPct val="3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644650" marR="0" lvl="3" indent="-301625" algn="l" defTabSz="2952750" rtl="0" eaLnBrk="1" fontAlgn="base" latinLnBrk="0" hangingPunct="1">
              <a:lnSpc>
                <a:spcPct val="125000"/>
              </a:lnSpc>
              <a:spcBef>
                <a:spcPct val="4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717922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A380693-CD9F-49AC-BAC4-1F4C633D6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600" y="5635625"/>
            <a:ext cx="9344025" cy="23852186"/>
          </a:xfrm>
          <a:prstGeom prst="rect">
            <a:avLst/>
          </a:prstGeom>
        </p:spPr>
        <p:txBody>
          <a:bodyPr/>
          <a:lstStyle>
            <a:lvl1pPr marL="360000" indent="-360000">
              <a:spcBef>
                <a:spcPts val="1400"/>
              </a:spcBef>
              <a:defRPr sz="19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0000" indent="-360000">
              <a:spcBef>
                <a:spcPts val="1000"/>
              </a:spcBef>
              <a:buFont typeface="Arial" pitchFamily="34" charset="0"/>
              <a:buChar char="•"/>
              <a:defRPr sz="19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80000" indent="-360000">
              <a:spcBef>
                <a:spcPts val="600"/>
              </a:spcBef>
              <a:buFont typeface="Rdg Vesta" pitchFamily="2" charset="0"/>
              <a:buChar char="−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50000" indent="-270000">
              <a:spcBef>
                <a:spcPts val="500"/>
              </a:spcBef>
              <a:buFont typeface="Arial" pitchFamily="34" charset="0"/>
              <a:buChar char="•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30000" indent="-180000">
              <a:spcBef>
                <a:spcPts val="500"/>
              </a:spcBef>
              <a:buClr>
                <a:schemeClr val="tx2"/>
              </a:buClr>
              <a:buFont typeface="Rdg Vesta" pitchFamily="2" charset="0"/>
              <a:buChar char="−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455613" marR="0" lvl="0" indent="-455613" algn="l" defTabSz="2952750" rtl="0" eaLnBrk="1" fontAlgn="base" latinLnBrk="0" hangingPunct="1">
              <a:lnSpc>
                <a:spcPct val="125000"/>
              </a:lnSpc>
              <a:spcBef>
                <a:spcPct val="6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GB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styles</a:t>
            </a:r>
          </a:p>
          <a:p>
            <a:pPr marL="1000125" marR="0" lvl="1" indent="-457200" algn="l" defTabSz="2952750" rtl="0" eaLnBrk="1" fontAlgn="base" latinLnBrk="0" hangingPunct="1">
              <a:lnSpc>
                <a:spcPct val="125000"/>
              </a:lnSpc>
              <a:spcBef>
                <a:spcPct val="4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GB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1331913" marR="0" lvl="2" indent="-342900" algn="l" defTabSz="2952750" rtl="0" eaLnBrk="1" fontAlgn="base" latinLnBrk="0" hangingPunct="1">
              <a:lnSpc>
                <a:spcPct val="125000"/>
              </a:lnSpc>
              <a:spcBef>
                <a:spcPct val="3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644650" marR="0" lvl="3" indent="-301625" algn="l" defTabSz="2952750" rtl="0" eaLnBrk="1" fontAlgn="base" latinLnBrk="0" hangingPunct="1">
              <a:lnSpc>
                <a:spcPct val="125000"/>
              </a:lnSpc>
              <a:spcBef>
                <a:spcPct val="4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192723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Rectangle 33"/>
          <p:cNvSpPr>
            <a:spLocks noChangeArrowheads="1"/>
          </p:cNvSpPr>
          <p:nvPr/>
        </p:nvSpPr>
        <p:spPr bwMode="auto">
          <a:xfrm>
            <a:off x="0" y="0"/>
            <a:ext cx="21388388" cy="51689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/>
          </a:p>
        </p:txBody>
      </p:sp>
      <p:sp>
        <p:nvSpPr>
          <p:cNvPr id="1062" name="Text Box 38"/>
          <p:cNvSpPr txBox="1">
            <a:spLocks noChangeArrowheads="1"/>
          </p:cNvSpPr>
          <p:nvPr/>
        </p:nvSpPr>
        <p:spPr bwMode="auto">
          <a:xfrm>
            <a:off x="668338" y="4482803"/>
            <a:ext cx="19962812" cy="545143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lIns="91436" tIns="45717" rIns="91436" bIns="45717">
            <a:spAutoFit/>
          </a:bodyPr>
          <a:lstStyle/>
          <a:p>
            <a:pPr defTabSz="912813" eaLnBrk="0" hangingPunct="0">
              <a:lnSpc>
                <a:spcPct val="110000"/>
              </a:lnSpc>
              <a:defRPr/>
            </a:pPr>
            <a:r>
              <a:rPr lang="en-GB" sz="29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BHUVANAN M   </a:t>
            </a:r>
            <a:r>
              <a:rPr lang="en-GB" sz="29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GB" sz="29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ARAVINTH R   </a:t>
            </a:r>
            <a:r>
              <a:rPr lang="en-GB" sz="29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GB" sz="29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AMBIKA B </a:t>
            </a:r>
            <a:r>
              <a:rPr lang="en-GB" sz="29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GB" sz="29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DHARANESHWARAN B </a:t>
            </a:r>
            <a:endParaRPr lang="en-GB" sz="20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8" name="Rectangle 39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6600" y="5635625"/>
            <a:ext cx="9344025" cy="2383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pic>
        <p:nvPicPr>
          <p:cNvPr id="1029" name="Picture 34" descr="KIOT Device Reversed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03775" y="792163"/>
            <a:ext cx="3148013" cy="101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736600" y="1350963"/>
            <a:ext cx="20131088" cy="298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</a:t>
            </a:r>
            <a:br>
              <a:rPr lang="en-GB" dirty="0"/>
            </a:br>
            <a:r>
              <a:rPr lang="en-GB" dirty="0"/>
              <a:t>Master title style</a:t>
            </a:r>
          </a:p>
        </p:txBody>
      </p:sp>
      <p:sp>
        <p:nvSpPr>
          <p:cNvPr id="1067" name="Rectangle 43"/>
          <p:cNvSpPr>
            <a:spLocks noChangeArrowheads="1"/>
          </p:cNvSpPr>
          <p:nvPr/>
        </p:nvSpPr>
        <p:spPr bwMode="auto">
          <a:xfrm>
            <a:off x="0" y="0"/>
            <a:ext cx="21388388" cy="3027997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2952750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268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 b="1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2pPr>
      <a:lvl3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3pPr>
      <a:lvl4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4pPr>
      <a:lvl5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5pPr>
      <a:lvl6pPr marL="4572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6pPr>
      <a:lvl7pPr marL="9144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7pPr>
      <a:lvl8pPr marL="13716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8pPr>
      <a:lvl9pPr marL="18288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9pPr>
    </p:titleStyle>
    <p:bodyStyle>
      <a:lvl1pPr marL="455613" indent="-455613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lr>
          <a:schemeClr val="tx2"/>
        </a:buClr>
        <a:buChar char="•"/>
        <a:defRPr sz="26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000125" indent="-457200" algn="l" defTabSz="2952750" rtl="0" eaLnBrk="1" fontAlgn="base" hangingPunct="1">
        <a:lnSpc>
          <a:spcPct val="125000"/>
        </a:lnSpc>
        <a:spcBef>
          <a:spcPct val="40000"/>
        </a:spcBef>
        <a:spcAft>
          <a:spcPct val="0"/>
        </a:spcAft>
        <a:buClr>
          <a:schemeClr val="tx2"/>
        </a:buClr>
        <a:buChar char="•"/>
        <a:defRPr sz="26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marL="1331913" indent="-342900" algn="l" defTabSz="2952750" rtl="0" eaLnBrk="1" fontAlgn="base" hangingPunct="1">
        <a:lnSpc>
          <a:spcPct val="125000"/>
        </a:lnSpc>
        <a:spcBef>
          <a:spcPct val="30000"/>
        </a:spcBef>
        <a:spcAft>
          <a:spcPct val="0"/>
        </a:spcAft>
        <a:buClr>
          <a:schemeClr val="tx2"/>
        </a:buClr>
        <a:buChar char="•"/>
        <a:defRPr sz="22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marL="1644650" indent="-301625" algn="l" defTabSz="2952750" rtl="0" eaLnBrk="1" fontAlgn="base" hangingPunct="1">
        <a:lnSpc>
          <a:spcPct val="125000"/>
        </a:lnSpc>
        <a:spcBef>
          <a:spcPct val="4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marL="25622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30194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34766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9338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43910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537" userDrawn="1">
          <p15:clr>
            <a:srgbClr val="F26B43"/>
          </p15:clr>
        </p15:guide>
        <p15:guide id="2" pos="673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Rectangle 33"/>
          <p:cNvSpPr>
            <a:spLocks noChangeArrowheads="1"/>
          </p:cNvSpPr>
          <p:nvPr/>
        </p:nvSpPr>
        <p:spPr bwMode="auto">
          <a:xfrm>
            <a:off x="0" y="0"/>
            <a:ext cx="21388388" cy="51689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/>
          </a:p>
        </p:txBody>
      </p:sp>
      <p:sp>
        <p:nvSpPr>
          <p:cNvPr id="1062" name="Text Box 38"/>
          <p:cNvSpPr txBox="1">
            <a:spLocks noChangeArrowheads="1"/>
          </p:cNvSpPr>
          <p:nvPr/>
        </p:nvSpPr>
        <p:spPr bwMode="auto">
          <a:xfrm>
            <a:off x="668338" y="4533900"/>
            <a:ext cx="19962812" cy="545143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lIns="91436" tIns="45717" rIns="91436" bIns="45717">
            <a:spAutoFit/>
          </a:bodyPr>
          <a:lstStyle/>
          <a:p>
            <a:pPr defTabSz="912813" eaLnBrk="0" hangingPunct="0">
              <a:lnSpc>
                <a:spcPct val="110000"/>
              </a:lnSpc>
              <a:defRPr/>
            </a:pPr>
            <a:r>
              <a:rPr lang="en-GB" sz="29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Author 1   </a:t>
            </a:r>
            <a:r>
              <a:rPr lang="en-GB" sz="29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GB" sz="29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Author 2   </a:t>
            </a:r>
            <a:r>
              <a:rPr lang="en-GB" sz="29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GB" sz="29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Author 3   (edit this list via View &gt; Slide Master)</a:t>
            </a:r>
            <a:endParaRPr lang="en-GB" sz="20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8" name="Rectangle 39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6600" y="5635625"/>
            <a:ext cx="9344025" cy="2383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pic>
        <p:nvPicPr>
          <p:cNvPr id="1029" name="Picture 34" descr="KIOT Device Reversed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03775" y="792163"/>
            <a:ext cx="3148013" cy="101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736600" y="1350963"/>
            <a:ext cx="20131088" cy="298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</a:t>
            </a:r>
            <a:br>
              <a:rPr lang="en-GB" dirty="0"/>
            </a:br>
            <a:r>
              <a:rPr lang="en-GB" dirty="0"/>
              <a:t>Master title style</a:t>
            </a:r>
          </a:p>
        </p:txBody>
      </p:sp>
      <p:sp>
        <p:nvSpPr>
          <p:cNvPr id="1061" name="Text Box 37"/>
          <p:cNvSpPr txBox="1">
            <a:spLocks noChangeArrowheads="1"/>
          </p:cNvSpPr>
          <p:nvPr/>
        </p:nvSpPr>
        <p:spPr bwMode="auto">
          <a:xfrm>
            <a:off x="736600" y="792163"/>
            <a:ext cx="1046162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912813" eaLnBrk="0" hangingPunct="0">
              <a:spcBef>
                <a:spcPct val="50000"/>
              </a:spcBef>
              <a:defRPr/>
            </a:pPr>
            <a:r>
              <a:rPr lang="en-GB" sz="2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unit name via </a:t>
            </a:r>
            <a:br>
              <a:rPr lang="en-GB" sz="2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 &gt; Slide Master</a:t>
            </a:r>
          </a:p>
        </p:txBody>
      </p:sp>
      <p:sp>
        <p:nvSpPr>
          <p:cNvPr id="1067" name="Rectangle 43"/>
          <p:cNvSpPr>
            <a:spLocks noChangeArrowheads="1"/>
          </p:cNvSpPr>
          <p:nvPr/>
        </p:nvSpPr>
        <p:spPr bwMode="auto">
          <a:xfrm>
            <a:off x="0" y="0"/>
            <a:ext cx="21388388" cy="3027997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2952750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107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 b="1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2pPr>
      <a:lvl3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3pPr>
      <a:lvl4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4pPr>
      <a:lvl5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5pPr>
      <a:lvl6pPr marL="4572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6pPr>
      <a:lvl7pPr marL="9144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7pPr>
      <a:lvl8pPr marL="13716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8pPr>
      <a:lvl9pPr marL="18288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9pPr>
    </p:titleStyle>
    <p:bodyStyle>
      <a:lvl1pPr marL="455613" indent="-455613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lr>
          <a:schemeClr val="tx2"/>
        </a:buClr>
        <a:buChar char="•"/>
        <a:defRPr sz="26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000125" indent="-457200" algn="l" defTabSz="2952750" rtl="0" eaLnBrk="1" fontAlgn="base" hangingPunct="1">
        <a:lnSpc>
          <a:spcPct val="125000"/>
        </a:lnSpc>
        <a:spcBef>
          <a:spcPct val="40000"/>
        </a:spcBef>
        <a:spcAft>
          <a:spcPct val="0"/>
        </a:spcAft>
        <a:buClr>
          <a:schemeClr val="tx2"/>
        </a:buClr>
        <a:buChar char="•"/>
        <a:defRPr sz="26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marL="1331913" indent="-342900" algn="l" defTabSz="2952750" rtl="0" eaLnBrk="1" fontAlgn="base" hangingPunct="1">
        <a:lnSpc>
          <a:spcPct val="125000"/>
        </a:lnSpc>
        <a:spcBef>
          <a:spcPct val="30000"/>
        </a:spcBef>
        <a:spcAft>
          <a:spcPct val="0"/>
        </a:spcAft>
        <a:buClr>
          <a:schemeClr val="tx2"/>
        </a:buClr>
        <a:buChar char="•"/>
        <a:defRPr sz="22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marL="1644650" indent="-301625" algn="l" defTabSz="2952750" rtl="0" eaLnBrk="1" fontAlgn="base" hangingPunct="1">
        <a:lnSpc>
          <a:spcPct val="125000"/>
        </a:lnSpc>
        <a:spcBef>
          <a:spcPct val="4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marL="25622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30194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34766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9338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43910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537" userDrawn="1">
          <p15:clr>
            <a:srgbClr val="F26B43"/>
          </p15:clr>
        </p15:guide>
        <p15:guide id="2" pos="6736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Rectangle 33"/>
          <p:cNvSpPr>
            <a:spLocks noChangeArrowheads="1"/>
          </p:cNvSpPr>
          <p:nvPr/>
        </p:nvSpPr>
        <p:spPr bwMode="auto">
          <a:xfrm>
            <a:off x="0" y="0"/>
            <a:ext cx="21388388" cy="51689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/>
          </a:p>
        </p:txBody>
      </p:sp>
      <p:sp>
        <p:nvSpPr>
          <p:cNvPr id="1062" name="Text Box 38"/>
          <p:cNvSpPr txBox="1">
            <a:spLocks noChangeArrowheads="1"/>
          </p:cNvSpPr>
          <p:nvPr/>
        </p:nvSpPr>
        <p:spPr bwMode="auto">
          <a:xfrm>
            <a:off x="668338" y="4533900"/>
            <a:ext cx="19962812" cy="545143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lIns="91436" tIns="45717" rIns="91436" bIns="45717">
            <a:spAutoFit/>
          </a:bodyPr>
          <a:lstStyle/>
          <a:p>
            <a:pPr defTabSz="912813" eaLnBrk="0" hangingPunct="0">
              <a:lnSpc>
                <a:spcPct val="110000"/>
              </a:lnSpc>
              <a:defRPr/>
            </a:pPr>
            <a:r>
              <a:rPr lang="en-GB" sz="29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Author 1   </a:t>
            </a:r>
            <a:r>
              <a:rPr lang="en-GB" sz="29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GB" sz="29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Author 2   </a:t>
            </a:r>
            <a:r>
              <a:rPr lang="en-GB" sz="29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GB" sz="29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Author 3   (edit this list via View &gt; Slide Master)</a:t>
            </a:r>
            <a:endParaRPr lang="en-GB" sz="20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8" name="Rectangle 39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6600" y="5635625"/>
            <a:ext cx="9344025" cy="2383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pic>
        <p:nvPicPr>
          <p:cNvPr id="1029" name="Picture 34" descr="KIOT Device Reversed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03775" y="792163"/>
            <a:ext cx="3148013" cy="101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736600" y="1350963"/>
            <a:ext cx="20131088" cy="298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</a:t>
            </a:r>
            <a:br>
              <a:rPr lang="en-GB" dirty="0"/>
            </a:br>
            <a:r>
              <a:rPr lang="en-GB" dirty="0"/>
              <a:t>Master title style</a:t>
            </a:r>
          </a:p>
        </p:txBody>
      </p:sp>
      <p:sp>
        <p:nvSpPr>
          <p:cNvPr id="1061" name="Text Box 37"/>
          <p:cNvSpPr txBox="1">
            <a:spLocks noChangeArrowheads="1"/>
          </p:cNvSpPr>
          <p:nvPr/>
        </p:nvSpPr>
        <p:spPr bwMode="auto">
          <a:xfrm>
            <a:off x="736600" y="792163"/>
            <a:ext cx="1046162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912813" eaLnBrk="0" hangingPunct="0">
              <a:spcBef>
                <a:spcPct val="50000"/>
              </a:spcBef>
              <a:defRPr/>
            </a:pPr>
            <a:r>
              <a:rPr lang="en-GB" sz="2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unit name via </a:t>
            </a:r>
            <a:br>
              <a:rPr lang="en-GB" sz="2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 &gt; Slide Master</a:t>
            </a:r>
          </a:p>
        </p:txBody>
      </p:sp>
      <p:sp>
        <p:nvSpPr>
          <p:cNvPr id="1067" name="Rectangle 43"/>
          <p:cNvSpPr>
            <a:spLocks noChangeArrowheads="1"/>
          </p:cNvSpPr>
          <p:nvPr/>
        </p:nvSpPr>
        <p:spPr bwMode="auto">
          <a:xfrm>
            <a:off x="0" y="0"/>
            <a:ext cx="21388388" cy="3027997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2952750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540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 b="1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2pPr>
      <a:lvl3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3pPr>
      <a:lvl4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4pPr>
      <a:lvl5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5pPr>
      <a:lvl6pPr marL="4572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6pPr>
      <a:lvl7pPr marL="9144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7pPr>
      <a:lvl8pPr marL="13716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8pPr>
      <a:lvl9pPr marL="18288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9pPr>
    </p:titleStyle>
    <p:bodyStyle>
      <a:lvl1pPr marL="455613" indent="-455613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lr>
          <a:schemeClr val="tx2"/>
        </a:buClr>
        <a:buChar char="•"/>
        <a:defRPr sz="26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000125" indent="-457200" algn="l" defTabSz="2952750" rtl="0" eaLnBrk="1" fontAlgn="base" hangingPunct="1">
        <a:lnSpc>
          <a:spcPct val="125000"/>
        </a:lnSpc>
        <a:spcBef>
          <a:spcPct val="40000"/>
        </a:spcBef>
        <a:spcAft>
          <a:spcPct val="0"/>
        </a:spcAft>
        <a:buClr>
          <a:schemeClr val="tx2"/>
        </a:buClr>
        <a:buChar char="•"/>
        <a:defRPr sz="26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marL="1331913" indent="-342900" algn="l" defTabSz="2952750" rtl="0" eaLnBrk="1" fontAlgn="base" hangingPunct="1">
        <a:lnSpc>
          <a:spcPct val="125000"/>
        </a:lnSpc>
        <a:spcBef>
          <a:spcPct val="30000"/>
        </a:spcBef>
        <a:spcAft>
          <a:spcPct val="0"/>
        </a:spcAft>
        <a:buClr>
          <a:schemeClr val="tx2"/>
        </a:buClr>
        <a:buChar char="•"/>
        <a:defRPr sz="22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marL="1644650" indent="-301625" algn="l" defTabSz="2952750" rtl="0" eaLnBrk="1" fontAlgn="base" hangingPunct="1">
        <a:lnSpc>
          <a:spcPct val="125000"/>
        </a:lnSpc>
        <a:spcBef>
          <a:spcPct val="4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marL="25622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30194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34766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9338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43910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Rectangle 33"/>
          <p:cNvSpPr>
            <a:spLocks noChangeArrowheads="1"/>
          </p:cNvSpPr>
          <p:nvPr/>
        </p:nvSpPr>
        <p:spPr bwMode="auto">
          <a:xfrm>
            <a:off x="0" y="0"/>
            <a:ext cx="21388388" cy="51689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/>
          </a:p>
        </p:txBody>
      </p:sp>
      <p:sp>
        <p:nvSpPr>
          <p:cNvPr id="1062" name="Text Box 38"/>
          <p:cNvSpPr txBox="1">
            <a:spLocks noChangeArrowheads="1"/>
          </p:cNvSpPr>
          <p:nvPr/>
        </p:nvSpPr>
        <p:spPr bwMode="auto">
          <a:xfrm>
            <a:off x="668338" y="4533900"/>
            <a:ext cx="19962812" cy="545143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lIns="91436" tIns="45717" rIns="91436" bIns="45717">
            <a:spAutoFit/>
          </a:bodyPr>
          <a:lstStyle/>
          <a:p>
            <a:pPr defTabSz="912813" eaLnBrk="0" hangingPunct="0">
              <a:lnSpc>
                <a:spcPct val="110000"/>
              </a:lnSpc>
              <a:defRPr/>
            </a:pPr>
            <a:r>
              <a:rPr lang="en-GB" sz="29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Author 1   </a:t>
            </a:r>
            <a:r>
              <a:rPr lang="en-GB" sz="29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GB" sz="29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Author 2   </a:t>
            </a:r>
            <a:r>
              <a:rPr lang="en-GB" sz="29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GB" sz="29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Author 3   (edit this list via View &gt; Slide Master)</a:t>
            </a:r>
            <a:endParaRPr lang="en-GB" sz="20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8" name="Rectangle 39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6600" y="5635625"/>
            <a:ext cx="9344025" cy="2383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pic>
        <p:nvPicPr>
          <p:cNvPr id="1029" name="Picture 34" descr="KIOT Device Reversed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03775" y="792163"/>
            <a:ext cx="3148013" cy="101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736600" y="1350963"/>
            <a:ext cx="20131088" cy="298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</a:t>
            </a:r>
            <a:br>
              <a:rPr lang="en-GB" dirty="0"/>
            </a:br>
            <a:r>
              <a:rPr lang="en-GB" dirty="0"/>
              <a:t>Master title style</a:t>
            </a:r>
          </a:p>
        </p:txBody>
      </p:sp>
      <p:sp>
        <p:nvSpPr>
          <p:cNvPr id="1061" name="Text Box 37"/>
          <p:cNvSpPr txBox="1">
            <a:spLocks noChangeArrowheads="1"/>
          </p:cNvSpPr>
          <p:nvPr/>
        </p:nvSpPr>
        <p:spPr bwMode="auto">
          <a:xfrm>
            <a:off x="736600" y="792163"/>
            <a:ext cx="1046162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912813" eaLnBrk="0" hangingPunct="0">
              <a:spcBef>
                <a:spcPct val="50000"/>
              </a:spcBef>
              <a:defRPr/>
            </a:pPr>
            <a:r>
              <a:rPr lang="en-GB" sz="2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unit name via </a:t>
            </a:r>
            <a:br>
              <a:rPr lang="en-GB" sz="2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 &gt; Slide Master</a:t>
            </a:r>
          </a:p>
        </p:txBody>
      </p:sp>
      <p:sp>
        <p:nvSpPr>
          <p:cNvPr id="1067" name="Rectangle 43"/>
          <p:cNvSpPr>
            <a:spLocks noChangeArrowheads="1"/>
          </p:cNvSpPr>
          <p:nvPr/>
        </p:nvSpPr>
        <p:spPr bwMode="auto">
          <a:xfrm>
            <a:off x="0" y="0"/>
            <a:ext cx="21388388" cy="3027997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2952750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432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 b="1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2pPr>
      <a:lvl3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3pPr>
      <a:lvl4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4pPr>
      <a:lvl5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5pPr>
      <a:lvl6pPr marL="4572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6pPr>
      <a:lvl7pPr marL="9144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7pPr>
      <a:lvl8pPr marL="13716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8pPr>
      <a:lvl9pPr marL="18288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9pPr>
    </p:titleStyle>
    <p:bodyStyle>
      <a:lvl1pPr marL="455613" indent="-455613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lr>
          <a:schemeClr val="tx2"/>
        </a:buClr>
        <a:buChar char="•"/>
        <a:defRPr sz="26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000125" indent="-457200" algn="l" defTabSz="2952750" rtl="0" eaLnBrk="1" fontAlgn="base" hangingPunct="1">
        <a:lnSpc>
          <a:spcPct val="125000"/>
        </a:lnSpc>
        <a:spcBef>
          <a:spcPct val="40000"/>
        </a:spcBef>
        <a:spcAft>
          <a:spcPct val="0"/>
        </a:spcAft>
        <a:buClr>
          <a:schemeClr val="tx2"/>
        </a:buClr>
        <a:buChar char="•"/>
        <a:defRPr sz="26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marL="1331913" indent="-342900" algn="l" defTabSz="2952750" rtl="0" eaLnBrk="1" fontAlgn="base" hangingPunct="1">
        <a:lnSpc>
          <a:spcPct val="125000"/>
        </a:lnSpc>
        <a:spcBef>
          <a:spcPct val="30000"/>
        </a:spcBef>
        <a:spcAft>
          <a:spcPct val="0"/>
        </a:spcAft>
        <a:buClr>
          <a:schemeClr val="tx2"/>
        </a:buClr>
        <a:buChar char="•"/>
        <a:defRPr sz="22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marL="1644650" indent="-301625" algn="l" defTabSz="2952750" rtl="0" eaLnBrk="1" fontAlgn="base" hangingPunct="1">
        <a:lnSpc>
          <a:spcPct val="125000"/>
        </a:lnSpc>
        <a:spcBef>
          <a:spcPct val="4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marL="25622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30194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34766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9338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43910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Rectangle 33"/>
          <p:cNvSpPr>
            <a:spLocks noChangeArrowheads="1"/>
          </p:cNvSpPr>
          <p:nvPr/>
        </p:nvSpPr>
        <p:spPr bwMode="auto">
          <a:xfrm>
            <a:off x="0" y="0"/>
            <a:ext cx="21388388" cy="51689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/>
          </a:p>
        </p:txBody>
      </p:sp>
      <p:sp>
        <p:nvSpPr>
          <p:cNvPr id="1062" name="Text Box 38"/>
          <p:cNvSpPr txBox="1">
            <a:spLocks noChangeArrowheads="1"/>
          </p:cNvSpPr>
          <p:nvPr/>
        </p:nvSpPr>
        <p:spPr bwMode="auto">
          <a:xfrm>
            <a:off x="668338" y="4533900"/>
            <a:ext cx="19962812" cy="545143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lIns="91436" tIns="45717" rIns="91436" bIns="45717">
            <a:spAutoFit/>
          </a:bodyPr>
          <a:lstStyle/>
          <a:p>
            <a:pPr defTabSz="912813" eaLnBrk="0" hangingPunct="0">
              <a:lnSpc>
                <a:spcPct val="110000"/>
              </a:lnSpc>
              <a:defRPr/>
            </a:pPr>
            <a:r>
              <a:rPr lang="en-GB" sz="29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Author 1   </a:t>
            </a:r>
            <a:r>
              <a:rPr lang="en-GB" sz="29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GB" sz="29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Author 2   </a:t>
            </a:r>
            <a:r>
              <a:rPr lang="en-GB" sz="29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GB" sz="29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Author 3   (edit this list via View &gt; Slide Master)</a:t>
            </a:r>
            <a:endParaRPr lang="en-GB" sz="20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8" name="Rectangle 39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6600" y="5635625"/>
            <a:ext cx="9344025" cy="2383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pic>
        <p:nvPicPr>
          <p:cNvPr id="1029" name="Picture 34" descr="KIOT Device Reversed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03775" y="792163"/>
            <a:ext cx="3148013" cy="101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736600" y="1350963"/>
            <a:ext cx="20131088" cy="298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</a:t>
            </a:r>
            <a:br>
              <a:rPr lang="en-GB" dirty="0"/>
            </a:br>
            <a:r>
              <a:rPr lang="en-GB" dirty="0"/>
              <a:t>Master title style</a:t>
            </a:r>
          </a:p>
        </p:txBody>
      </p:sp>
      <p:sp>
        <p:nvSpPr>
          <p:cNvPr id="1061" name="Text Box 37"/>
          <p:cNvSpPr txBox="1">
            <a:spLocks noChangeArrowheads="1"/>
          </p:cNvSpPr>
          <p:nvPr/>
        </p:nvSpPr>
        <p:spPr bwMode="auto">
          <a:xfrm>
            <a:off x="736600" y="792163"/>
            <a:ext cx="1046162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912813" eaLnBrk="0" hangingPunct="0">
              <a:spcBef>
                <a:spcPct val="50000"/>
              </a:spcBef>
              <a:defRPr/>
            </a:pPr>
            <a:r>
              <a:rPr lang="en-GB" sz="2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unit name via </a:t>
            </a:r>
            <a:br>
              <a:rPr lang="en-GB" sz="2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 &gt; Slide Master</a:t>
            </a:r>
          </a:p>
        </p:txBody>
      </p:sp>
      <p:sp>
        <p:nvSpPr>
          <p:cNvPr id="1067" name="Rectangle 43"/>
          <p:cNvSpPr>
            <a:spLocks noChangeArrowheads="1"/>
          </p:cNvSpPr>
          <p:nvPr/>
        </p:nvSpPr>
        <p:spPr bwMode="auto">
          <a:xfrm>
            <a:off x="0" y="0"/>
            <a:ext cx="21388388" cy="3027997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2952750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296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 b="1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2pPr>
      <a:lvl3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3pPr>
      <a:lvl4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4pPr>
      <a:lvl5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5pPr>
      <a:lvl6pPr marL="4572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6pPr>
      <a:lvl7pPr marL="9144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7pPr>
      <a:lvl8pPr marL="13716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8pPr>
      <a:lvl9pPr marL="18288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9pPr>
    </p:titleStyle>
    <p:bodyStyle>
      <a:lvl1pPr marL="455613" indent="-455613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lr>
          <a:schemeClr val="tx2"/>
        </a:buClr>
        <a:buChar char="•"/>
        <a:defRPr sz="26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000125" indent="-457200" algn="l" defTabSz="2952750" rtl="0" eaLnBrk="1" fontAlgn="base" hangingPunct="1">
        <a:lnSpc>
          <a:spcPct val="125000"/>
        </a:lnSpc>
        <a:spcBef>
          <a:spcPct val="40000"/>
        </a:spcBef>
        <a:spcAft>
          <a:spcPct val="0"/>
        </a:spcAft>
        <a:buClr>
          <a:schemeClr val="tx2"/>
        </a:buClr>
        <a:buChar char="•"/>
        <a:defRPr sz="26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marL="1331913" indent="-342900" algn="l" defTabSz="2952750" rtl="0" eaLnBrk="1" fontAlgn="base" hangingPunct="1">
        <a:lnSpc>
          <a:spcPct val="125000"/>
        </a:lnSpc>
        <a:spcBef>
          <a:spcPct val="30000"/>
        </a:spcBef>
        <a:spcAft>
          <a:spcPct val="0"/>
        </a:spcAft>
        <a:buClr>
          <a:schemeClr val="tx2"/>
        </a:buClr>
        <a:buChar char="•"/>
        <a:defRPr sz="22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marL="1644650" indent="-301625" algn="l" defTabSz="2952750" rtl="0" eaLnBrk="1" fontAlgn="base" hangingPunct="1">
        <a:lnSpc>
          <a:spcPct val="125000"/>
        </a:lnSpc>
        <a:spcBef>
          <a:spcPct val="4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marL="25622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30194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34766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9338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43910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Rectangle 33"/>
          <p:cNvSpPr>
            <a:spLocks noChangeArrowheads="1"/>
          </p:cNvSpPr>
          <p:nvPr/>
        </p:nvSpPr>
        <p:spPr bwMode="auto">
          <a:xfrm>
            <a:off x="0" y="0"/>
            <a:ext cx="21388388" cy="51689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/>
          </a:p>
        </p:txBody>
      </p:sp>
      <p:sp>
        <p:nvSpPr>
          <p:cNvPr id="1062" name="Text Box 38"/>
          <p:cNvSpPr txBox="1">
            <a:spLocks noChangeArrowheads="1"/>
          </p:cNvSpPr>
          <p:nvPr/>
        </p:nvSpPr>
        <p:spPr bwMode="auto">
          <a:xfrm>
            <a:off x="668338" y="4533900"/>
            <a:ext cx="19962812" cy="545143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lIns="91436" tIns="45717" rIns="91436" bIns="45717">
            <a:spAutoFit/>
          </a:bodyPr>
          <a:lstStyle/>
          <a:p>
            <a:pPr defTabSz="912813" eaLnBrk="0" hangingPunct="0">
              <a:lnSpc>
                <a:spcPct val="110000"/>
              </a:lnSpc>
              <a:defRPr/>
            </a:pPr>
            <a:r>
              <a:rPr lang="en-GB" sz="29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Author 1   </a:t>
            </a:r>
            <a:r>
              <a:rPr lang="en-GB" sz="29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GB" sz="29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Author 2   </a:t>
            </a:r>
            <a:r>
              <a:rPr lang="en-GB" sz="29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GB" sz="29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Author 3   (edit this list via View &gt; Slide Master)</a:t>
            </a:r>
            <a:endParaRPr lang="en-GB" sz="20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8" name="Rectangle 39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6600" y="5635625"/>
            <a:ext cx="9344025" cy="2383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pic>
        <p:nvPicPr>
          <p:cNvPr id="1029" name="Picture 34" descr="KIOT Device Reversed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03775" y="792163"/>
            <a:ext cx="3148013" cy="101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736600" y="1350963"/>
            <a:ext cx="20131088" cy="298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</a:t>
            </a:r>
            <a:br>
              <a:rPr lang="en-GB" dirty="0"/>
            </a:br>
            <a:r>
              <a:rPr lang="en-GB" dirty="0"/>
              <a:t>Master title style</a:t>
            </a:r>
          </a:p>
        </p:txBody>
      </p:sp>
      <p:sp>
        <p:nvSpPr>
          <p:cNvPr id="1061" name="Text Box 37"/>
          <p:cNvSpPr txBox="1">
            <a:spLocks noChangeArrowheads="1"/>
          </p:cNvSpPr>
          <p:nvPr/>
        </p:nvSpPr>
        <p:spPr bwMode="auto">
          <a:xfrm>
            <a:off x="736600" y="792163"/>
            <a:ext cx="1046162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912813" eaLnBrk="0" hangingPunct="0">
              <a:spcBef>
                <a:spcPct val="50000"/>
              </a:spcBef>
              <a:defRPr/>
            </a:pPr>
            <a:r>
              <a:rPr lang="en-GB" sz="2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unit name via </a:t>
            </a:r>
            <a:br>
              <a:rPr lang="en-GB" sz="2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 &gt; Slide Master</a:t>
            </a:r>
          </a:p>
        </p:txBody>
      </p:sp>
      <p:sp>
        <p:nvSpPr>
          <p:cNvPr id="1067" name="Rectangle 43"/>
          <p:cNvSpPr>
            <a:spLocks noChangeArrowheads="1"/>
          </p:cNvSpPr>
          <p:nvPr/>
        </p:nvSpPr>
        <p:spPr bwMode="auto">
          <a:xfrm>
            <a:off x="0" y="0"/>
            <a:ext cx="21388388" cy="3027997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2952750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950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 b="1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2pPr>
      <a:lvl3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3pPr>
      <a:lvl4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4pPr>
      <a:lvl5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5pPr>
      <a:lvl6pPr marL="4572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6pPr>
      <a:lvl7pPr marL="9144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7pPr>
      <a:lvl8pPr marL="13716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8pPr>
      <a:lvl9pPr marL="18288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9pPr>
    </p:titleStyle>
    <p:bodyStyle>
      <a:lvl1pPr marL="455613" indent="-455613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lr>
          <a:schemeClr val="tx2"/>
        </a:buClr>
        <a:buChar char="•"/>
        <a:defRPr sz="26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000125" indent="-457200" algn="l" defTabSz="2952750" rtl="0" eaLnBrk="1" fontAlgn="base" hangingPunct="1">
        <a:lnSpc>
          <a:spcPct val="125000"/>
        </a:lnSpc>
        <a:spcBef>
          <a:spcPct val="40000"/>
        </a:spcBef>
        <a:spcAft>
          <a:spcPct val="0"/>
        </a:spcAft>
        <a:buClr>
          <a:schemeClr val="tx2"/>
        </a:buClr>
        <a:buChar char="•"/>
        <a:defRPr sz="26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marL="1331913" indent="-342900" algn="l" defTabSz="2952750" rtl="0" eaLnBrk="1" fontAlgn="base" hangingPunct="1">
        <a:lnSpc>
          <a:spcPct val="125000"/>
        </a:lnSpc>
        <a:spcBef>
          <a:spcPct val="30000"/>
        </a:spcBef>
        <a:spcAft>
          <a:spcPct val="0"/>
        </a:spcAft>
        <a:buClr>
          <a:schemeClr val="tx2"/>
        </a:buClr>
        <a:buChar char="•"/>
        <a:defRPr sz="22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marL="1644650" indent="-301625" algn="l" defTabSz="2952750" rtl="0" eaLnBrk="1" fontAlgn="base" hangingPunct="1">
        <a:lnSpc>
          <a:spcPct val="125000"/>
        </a:lnSpc>
        <a:spcBef>
          <a:spcPct val="4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marL="25622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30194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34766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9338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43910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person@reading.ac.u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253034" y="5274814"/>
            <a:ext cx="9756775" cy="24842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446088" indent="-446088">
              <a:spcBef>
                <a:spcPts val="0"/>
              </a:spcBef>
              <a:buNone/>
            </a:pPr>
            <a:r>
              <a:rPr lang="en-GB" sz="2400" b="1" kern="1200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Project Abstract</a:t>
            </a: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Water scarcity and inefficient conventional irrigation practices such as flood and manual watering cause excessive water usage, uneven</a:t>
            </a: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distribution, and reduced crop productivity. This project presents an Advanced, Intelligent, Sustainable, and Automated Smart Irrigation</a:t>
            </a: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Monitoring System that integrates soil moisture, temperature and humidity sensors with an ESP32 microcontroller and the Blynk IoT platform.</a:t>
            </a: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The system continuously monitors soil and environmental conditions and automatically controls a water pump through a relay module, ensuring</a:t>
            </a: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water is supplied only when required. Real-time data is displayed on an LCD and can be viewed remotely via a mobile application, reducing</a:t>
            </a: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water wastage and manual labour.</a:t>
            </a:r>
            <a:endParaRPr lang="en-GB" sz="1200" dirty="0">
              <a:latin typeface="+mn-lt"/>
            </a:endParaRP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GB" sz="2400" b="1" kern="1200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Problem Statement</a:t>
            </a: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Traditional irrigation is largely manual or performed on fixed schedules without regard to actual soil moisture, leading to over- or under-irrigation,</a:t>
            </a: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poor soil health, and wasted water and labour, especially on large agricultural lands.</a:t>
            </a:r>
            <a:endParaRPr lang="en-GB" sz="1200" dirty="0">
              <a:latin typeface="+mn-lt"/>
            </a:endParaRP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GB" sz="2400" b="1" kern="1200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Need for the Project</a:t>
            </a: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A low-cost, automated irrigation system is needed to deliver water precisely based on real-time soil and climatic conditions, conserve water</a:t>
            </a: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resources, reduce manual monitoring effort, and enable farmers to track and control irrigation remotely.</a:t>
            </a:r>
            <a:endParaRPr lang="en-GB" sz="1200" dirty="0">
              <a:latin typeface="+mn-lt"/>
            </a:endParaRP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GB" sz="2400" b="1" kern="1200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Project Objectives</a:t>
            </a:r>
          </a:p>
          <a:p>
            <a:pPr marL="714375" indent="-357375" algn="just">
              <a:spcBef>
                <a:spcPts val="600"/>
              </a:spcBef>
              <a:buFont typeface="Arial" pitchFamily="34" charset="0"/>
              <a:buChar char="•"/>
            </a:pPr>
            <a:r>
              <a:rPr lang="en-IN" sz="1200" dirty="0">
                <a:latin typeface="+mn-lt"/>
              </a:rPr>
              <a:t>To design and develop an automated, IoT-based smart irrigation monitoring system.</a:t>
            </a:r>
          </a:p>
          <a:p>
            <a:pPr marL="714375" indent="-357375" algn="just">
              <a:spcBef>
                <a:spcPts val="600"/>
              </a:spcBef>
              <a:buFont typeface="Arial" pitchFamily="34" charset="0"/>
              <a:buChar char="•"/>
            </a:pPr>
            <a:r>
              <a:rPr lang="en-IN" sz="1200" dirty="0">
                <a:latin typeface="+mn-lt"/>
              </a:rPr>
              <a:t>To continuously monitor soil moisture, temperature, and humidity in real time. </a:t>
            </a:r>
          </a:p>
          <a:p>
            <a:pPr marL="714375" indent="-357375" algn="just">
              <a:spcBef>
                <a:spcPts val="600"/>
              </a:spcBef>
              <a:buFont typeface="Arial" pitchFamily="34" charset="0"/>
              <a:buChar char="•"/>
            </a:pPr>
            <a:r>
              <a:rPr lang="en-IN" sz="1200" dirty="0">
                <a:latin typeface="+mn-lt"/>
              </a:rPr>
              <a:t>To automatically control the water pump based on predefined moisture thresholds.</a:t>
            </a:r>
          </a:p>
          <a:p>
            <a:pPr marL="714375" indent="-357375" algn="just">
              <a:spcBef>
                <a:spcPts val="600"/>
              </a:spcBef>
              <a:buFont typeface="Arial" pitchFamily="34" charset="0"/>
              <a:buChar char="•"/>
            </a:pPr>
            <a:r>
              <a:rPr lang="en-IN" sz="1200" dirty="0">
                <a:latin typeface="+mn-lt"/>
              </a:rPr>
              <a:t>To enable remote monitoring and control through the Blynk mobile/web platform.</a:t>
            </a:r>
            <a:endParaRPr lang="en-GB" sz="1200" dirty="0">
              <a:latin typeface="+mn-lt"/>
            </a:endParaRPr>
          </a:p>
          <a:p>
            <a:pPr marL="446088" indent="-446088">
              <a:spcBef>
                <a:spcPts val="2600"/>
              </a:spcBef>
              <a:buNone/>
            </a:pPr>
            <a:r>
              <a:rPr lang="en-GB" sz="2400" b="1" kern="1200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System Requirements</a:t>
            </a:r>
          </a:p>
          <a:p>
            <a:pPr marL="358775" indent="-358775">
              <a:spcBef>
                <a:spcPts val="1000"/>
              </a:spcBef>
              <a:buNone/>
            </a:pPr>
            <a:r>
              <a:rPr lang="en-GB" sz="1200" b="1" dirty="0">
                <a:latin typeface="+mn-lt"/>
              </a:rPr>
              <a:t>Hardware</a:t>
            </a:r>
          </a:p>
          <a:p>
            <a:pPr marL="714375" indent="-357375" algn="just">
              <a:spcBef>
                <a:spcPts val="600"/>
              </a:spcBef>
              <a:buFont typeface="Arial" pitchFamily="34" charset="0"/>
              <a:buChar char="•"/>
            </a:pPr>
            <a:r>
              <a:rPr lang="en-GB" sz="1200" dirty="0">
                <a:latin typeface="+mn-lt"/>
              </a:rPr>
              <a:t>ESP32 Wi-Fi microcontroller, resistive soil moisture sensor, DHT11 temperature &amp; humidity sensor, 5v relay module, </a:t>
            </a:r>
            <a:r>
              <a:rPr lang="en-IN" sz="1200" dirty="0">
                <a:latin typeface="+mn-lt"/>
              </a:rPr>
              <a:t>12V DC water pump, 16×2 I2C LCD display, Green &amp; red status LEDs, connecting wires, and a 12V power supply.</a:t>
            </a:r>
            <a:endParaRPr lang="en-GB" sz="1200" dirty="0">
              <a:latin typeface="+mn-lt"/>
            </a:endParaRPr>
          </a:p>
          <a:p>
            <a:pPr marL="358775" indent="-358775">
              <a:spcBef>
                <a:spcPts val="1000"/>
              </a:spcBef>
              <a:buNone/>
            </a:pPr>
            <a:r>
              <a:rPr lang="en-GB" sz="1200" b="1" dirty="0">
                <a:latin typeface="+mn-lt"/>
              </a:rPr>
              <a:t>Software</a:t>
            </a:r>
          </a:p>
          <a:p>
            <a:pPr marL="714375" indent="-357375" algn="just">
              <a:spcBef>
                <a:spcPts val="600"/>
              </a:spcBef>
              <a:buFont typeface="Arial" pitchFamily="34" charset="0"/>
              <a:buChar char="•"/>
            </a:pPr>
            <a:r>
              <a:rPr lang="en-IN" sz="1200" dirty="0">
                <a:latin typeface="+mn-lt"/>
              </a:rPr>
              <a:t>Arduino IDE for firmware development, Embedded C/C++ for the ESP32, and the Blynk IoT platform for cloud connectivity and mobile/web monitoring.</a:t>
            </a:r>
            <a:endParaRPr lang="en-GB" sz="1200" b="1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  <a:p>
            <a:pPr marL="446088" indent="-446088">
              <a:spcBef>
                <a:spcPts val="2600"/>
              </a:spcBef>
              <a:buNone/>
            </a:pPr>
            <a:r>
              <a:rPr lang="en-GB" sz="2400" b="1" kern="1200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Methodology / Workflow</a:t>
            </a: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Literature Study &amp; Requirement Analysis → Hardware &amp; Sensor Selection → Circuit Assembly → Firmware Programming (Arduino IDE) →</a:t>
            </a: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Sensor Integration → Wi-Fi / Blynk Integration → Testing (Dry &amp; Wet Soil) → Performance Evaluation.</a:t>
            </a:r>
            <a:endParaRPr lang="en-GB" sz="1200" dirty="0">
              <a:latin typeface="+mn-lt"/>
            </a:endParaRP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GB" sz="2400" b="1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S</a:t>
            </a:r>
            <a:r>
              <a:rPr lang="en-GB" sz="2400" b="1" kern="1200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ystem Architecture</a:t>
            </a:r>
          </a:p>
          <a:p>
            <a:pPr marL="446088" indent="-446088">
              <a:spcBef>
                <a:spcPts val="2600"/>
              </a:spcBef>
              <a:buNone/>
            </a:pPr>
            <a:endParaRPr lang="en-GB" sz="1900" dirty="0"/>
          </a:p>
          <a:p>
            <a:pPr marL="446088" indent="-446088">
              <a:spcBef>
                <a:spcPts val="2600"/>
              </a:spcBef>
              <a:buNone/>
            </a:pPr>
            <a:endParaRPr lang="en-GB" sz="1900" kern="1200" dirty="0"/>
          </a:p>
          <a:p>
            <a:pPr marL="446088" indent="-446088">
              <a:spcBef>
                <a:spcPts val="2600"/>
              </a:spcBef>
              <a:buNone/>
            </a:pPr>
            <a:endParaRPr lang="en-GB" sz="1900" dirty="0"/>
          </a:p>
          <a:p>
            <a:pPr marL="446088" indent="-446088">
              <a:spcBef>
                <a:spcPts val="2600"/>
              </a:spcBef>
              <a:buNone/>
            </a:pPr>
            <a:endParaRPr lang="en-GB" sz="1900" kern="1200" dirty="0"/>
          </a:p>
          <a:p>
            <a:pPr marL="446088" indent="-446088">
              <a:spcBef>
                <a:spcPts val="2600"/>
              </a:spcBef>
              <a:buNone/>
            </a:pPr>
            <a:endParaRPr lang="en-GB" sz="1900" dirty="0"/>
          </a:p>
          <a:p>
            <a:pPr marL="446088" indent="-446088">
              <a:spcBef>
                <a:spcPts val="2600"/>
              </a:spcBef>
              <a:buNone/>
            </a:pPr>
            <a:endParaRPr lang="en-GB" sz="1900" kern="1200" dirty="0"/>
          </a:p>
          <a:p>
            <a:pPr marL="446088" indent="-446088">
              <a:spcBef>
                <a:spcPts val="2600"/>
              </a:spcBef>
              <a:buNone/>
            </a:pPr>
            <a:endParaRPr lang="en-GB" sz="1900" dirty="0"/>
          </a:p>
          <a:p>
            <a:pPr marL="446088" indent="-446088">
              <a:spcBef>
                <a:spcPts val="2600"/>
              </a:spcBef>
              <a:buNone/>
            </a:pPr>
            <a:endParaRPr lang="en-GB" sz="1900" kern="1200" dirty="0"/>
          </a:p>
          <a:p>
            <a:pPr marL="446088" indent="-446088">
              <a:spcBef>
                <a:spcPts val="2600"/>
              </a:spcBef>
              <a:buNone/>
            </a:pPr>
            <a:endParaRPr lang="en-GB" sz="1900" dirty="0"/>
          </a:p>
          <a:p>
            <a:pPr marL="446088" indent="-446088">
              <a:spcBef>
                <a:spcPts val="2600"/>
              </a:spcBef>
              <a:buNone/>
            </a:pPr>
            <a:endParaRPr lang="en-GB" sz="2400" b="1" kern="1200" dirty="0">
              <a:solidFill>
                <a:schemeClr val="tx2"/>
              </a:solidFill>
              <a:latin typeface="+mj-lt"/>
              <a:cs typeface="Arial" panose="020B0604020202020204" pitchFamily="34" charset="0"/>
            </a:endParaRPr>
          </a:p>
          <a:p>
            <a:pPr marL="446088" indent="-446088">
              <a:spcBef>
                <a:spcPts val="2600"/>
              </a:spcBef>
              <a:buNone/>
            </a:pPr>
            <a:r>
              <a:rPr lang="en-GB" sz="2400" b="1" kern="1200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Project Development Process</a:t>
            </a: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Problem Identification → Requirement Analysis → Literature Review → Component Selection → Hardware Assembly → Programming &amp; Sensor</a:t>
            </a: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Integration → IoT (Blynk) Integration → Testing &amp; Validation → Final Prototype.</a:t>
            </a:r>
            <a:endParaRPr lang="en-GB" sz="1200" dirty="0">
              <a:latin typeface="+mn-lt"/>
            </a:endParaRP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GB" sz="2400" b="1" kern="1200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Implementation</a:t>
            </a: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The system was implemented by interfacing a soil moisture sensor and DHT11 sensor with an ESP32 microcontroller. Sensor readings are</a:t>
            </a: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processed in real time; when soil moisture falls below a predefined threshold, the ESP32 energizes a relay that switches ON the 12V DC water</a:t>
            </a: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pump and the Red LED, while the Green LED indicates a sufficiently moist, irrigation-not-required state. All readings and pump status are shown</a:t>
            </a: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on a 16×2 LCD and streamed to the Blynk app for remote monitoring.</a:t>
            </a:r>
            <a:endParaRPr lang="en-GB" sz="1200" dirty="0">
              <a:latin typeface="+mn-lt"/>
            </a:endParaRPr>
          </a:p>
          <a:p>
            <a:pPr marL="358775" indent="-358775" algn="just">
              <a:spcBef>
                <a:spcPts val="600"/>
              </a:spcBef>
              <a:buNone/>
            </a:pPr>
            <a:endParaRPr lang="en-GB" sz="2400" b="1" kern="1200" dirty="0">
              <a:solidFill>
                <a:schemeClr val="tx2"/>
              </a:solidFill>
              <a:latin typeface="+mj-lt"/>
              <a:cs typeface="Arial" panose="020B0604020202020204" pitchFamily="34" charset="0"/>
            </a:endParaRPr>
          </a:p>
          <a:p>
            <a:pPr marL="358775" indent="-358775" algn="just">
              <a:spcBef>
                <a:spcPts val="600"/>
              </a:spcBef>
              <a:buNone/>
            </a:pPr>
            <a:endParaRPr lang="en-GB" sz="2400" b="1" dirty="0">
              <a:solidFill>
                <a:schemeClr val="tx2"/>
              </a:solidFill>
              <a:latin typeface="+mj-lt"/>
              <a:cs typeface="Arial" panose="020B0604020202020204" pitchFamily="34" charset="0"/>
            </a:endParaRPr>
          </a:p>
          <a:p>
            <a:pPr marL="358775" indent="-358775" algn="just">
              <a:spcBef>
                <a:spcPts val="600"/>
              </a:spcBef>
              <a:buNone/>
            </a:pPr>
            <a:endParaRPr lang="en-GB" sz="2400" b="1" kern="1200" dirty="0">
              <a:solidFill>
                <a:schemeClr val="tx2"/>
              </a:solidFill>
              <a:latin typeface="+mj-lt"/>
              <a:cs typeface="Arial" panose="020B0604020202020204" pitchFamily="34" charset="0"/>
            </a:endParaRPr>
          </a:p>
          <a:p>
            <a:pPr marL="358775" indent="-358775" algn="just">
              <a:spcBef>
                <a:spcPts val="600"/>
              </a:spcBef>
              <a:buNone/>
            </a:pPr>
            <a:endParaRPr lang="en-GB" sz="2400" b="1" dirty="0">
              <a:solidFill>
                <a:schemeClr val="tx2"/>
              </a:solidFill>
              <a:latin typeface="+mj-lt"/>
              <a:cs typeface="Arial" panose="020B0604020202020204" pitchFamily="34" charset="0"/>
            </a:endParaRPr>
          </a:p>
          <a:p>
            <a:pPr marL="358775" indent="-358775" algn="just">
              <a:spcBef>
                <a:spcPts val="600"/>
              </a:spcBef>
              <a:buNone/>
            </a:pPr>
            <a:endParaRPr lang="en-GB" sz="2400" b="1" kern="1200" dirty="0">
              <a:solidFill>
                <a:schemeClr val="tx2"/>
              </a:solidFill>
              <a:latin typeface="+mj-lt"/>
              <a:cs typeface="Arial" panose="020B0604020202020204" pitchFamily="34" charset="0"/>
            </a:endParaRP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GB" sz="2400" b="1" kern="1200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Algorithms / Models Used</a:t>
            </a:r>
          </a:p>
          <a:p>
            <a:pPr marL="714375" indent="-357375">
              <a:spcBef>
                <a:spcPts val="600"/>
              </a:spcBef>
              <a:buFont typeface="Arial" pitchFamily="34" charset="0"/>
              <a:buChar char="•"/>
            </a:pPr>
            <a:r>
              <a:rPr lang="en-IN" sz="1200" b="1" dirty="0">
                <a:latin typeface="+mn-lt"/>
                <a:cs typeface="Proxy 9" panose="00000400000000000000" pitchFamily="2" charset="0"/>
              </a:rPr>
              <a:t>Algorithm 1 </a:t>
            </a:r>
            <a:r>
              <a:rPr lang="en-IN" sz="1200" dirty="0">
                <a:latin typeface="+mn-lt"/>
                <a:cs typeface="Proxy 9" panose="00000400000000000000" pitchFamily="2" charset="0"/>
              </a:rPr>
              <a:t>– Soil Moisture Threshold Algorithm: Continuously reads the analog soil moisture value and compares it against a predefined threshold to decide the pump ON/OFF state. </a:t>
            </a:r>
          </a:p>
          <a:p>
            <a:pPr marL="714375" indent="-357375">
              <a:spcBef>
                <a:spcPts val="600"/>
              </a:spcBef>
              <a:buFont typeface="Arial" pitchFamily="34" charset="0"/>
              <a:buChar char="•"/>
            </a:pPr>
            <a:r>
              <a:rPr lang="en-IN" sz="1200" b="1" dirty="0">
                <a:latin typeface="+mn-lt"/>
                <a:cs typeface="Proxy 9" panose="00000400000000000000" pitchFamily="2" charset="0"/>
              </a:rPr>
              <a:t>Algorithm 2 </a:t>
            </a:r>
            <a:r>
              <a:rPr lang="en-IN" sz="1200" dirty="0">
                <a:latin typeface="+mn-lt"/>
                <a:cs typeface="Proxy 9" panose="00000400000000000000" pitchFamily="2" charset="0"/>
              </a:rPr>
              <a:t>– Irrigation Control &amp; Feedback Algorithm: Combines soil moisture, temperature, and humidity readings to drive the relay, Red/Green LED indicators, LCD display, and Blynk cloud updates in a continuous monitoring loop.</a:t>
            </a:r>
            <a:endParaRPr lang="en-GB" sz="1200" kern="1200" dirty="0">
              <a:latin typeface="+mn-lt"/>
              <a:cs typeface="Proxy 9" panose="00000400000000000000" pitchFamily="2" charset="0"/>
            </a:endParaRPr>
          </a:p>
        </p:txBody>
      </p:sp>
      <p:sp>
        <p:nvSpPr>
          <p:cNvPr id="2054" name="Rectangle 2"/>
          <p:cNvSpPr>
            <a:spLocks noGrp="1" noChangeArrowheads="1"/>
          </p:cNvSpPr>
          <p:nvPr>
            <p:ph type="title"/>
          </p:nvPr>
        </p:nvSpPr>
        <p:spPr>
          <a:xfrm>
            <a:off x="736600" y="1098427"/>
            <a:ext cx="20131088" cy="2987675"/>
          </a:xfrm>
        </p:spPr>
        <p:txBody>
          <a:bodyPr/>
          <a:lstStyle/>
          <a:p>
            <a:r>
              <a:rPr lang="en-IN" dirty="0"/>
              <a:t>SMART IRRIGATION MONITORING SYSTEM </a:t>
            </a:r>
            <a:endParaRPr lang="en-GB" dirty="0"/>
          </a:p>
        </p:txBody>
      </p:sp>
      <p:sp>
        <p:nvSpPr>
          <p:cNvPr id="2051" name="Text Box 7"/>
          <p:cNvSpPr txBox="1">
            <a:spLocks noChangeArrowheads="1"/>
          </p:cNvSpPr>
          <p:nvPr/>
        </p:nvSpPr>
        <p:spPr bwMode="auto">
          <a:xfrm>
            <a:off x="10910218" y="21620707"/>
            <a:ext cx="9541718" cy="29620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 lIns="287990" tIns="179993" rIns="0" bIns="179993">
            <a:spAutoFit/>
          </a:bodyPr>
          <a:lstStyle/>
          <a:p>
            <a:pPr marL="266700" indent="-266700" defTabSz="912813" eaLnBrk="0" hangingPunct="0">
              <a:spcBef>
                <a:spcPts val="1600"/>
              </a:spcBef>
            </a:pPr>
            <a:r>
              <a:rPr lang="en-GB" sz="2400" b="1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References</a:t>
            </a:r>
            <a:endParaRPr lang="en-GB" sz="2000" b="1" dirty="0">
              <a:solidFill>
                <a:schemeClr val="tx2"/>
              </a:solidFill>
              <a:latin typeface="+mj-lt"/>
              <a:cs typeface="Arial" panose="020B0604020202020204" pitchFamily="34" charset="0"/>
            </a:endParaRPr>
          </a:p>
          <a:p>
            <a:pPr marL="266700" indent="-266700" algn="just" defTabSz="912813" eaLnBrk="0" hangingPunct="0">
              <a:lnSpc>
                <a:spcPct val="125000"/>
              </a:lnSpc>
              <a:spcBef>
                <a:spcPct val="30000"/>
              </a:spcBef>
              <a:buClr>
                <a:schemeClr val="tx2"/>
              </a:buClr>
              <a:buFontTx/>
              <a:buAutoNum type="arabicPeriod"/>
            </a:pPr>
            <a:r>
              <a:rPr lang="en-IN" sz="1200" dirty="0">
                <a:latin typeface="+mn-lt"/>
              </a:rPr>
              <a:t>K. Dwivedi, A. Misra, and S. Kumar, "IoT Based Smart Irrigation System Using ESP32," Int. J. Adv. Res. </a:t>
            </a:r>
            <a:r>
              <a:rPr lang="en-IN" sz="1200" dirty="0" err="1">
                <a:latin typeface="+mn-lt"/>
              </a:rPr>
              <a:t>Comput</a:t>
            </a:r>
            <a:r>
              <a:rPr lang="en-IN" sz="1200" dirty="0">
                <a:latin typeface="+mn-lt"/>
              </a:rPr>
              <a:t>. Sci. </a:t>
            </a:r>
            <a:r>
              <a:rPr lang="en-IN" sz="1200" dirty="0" err="1">
                <a:latin typeface="+mn-lt"/>
              </a:rPr>
              <a:t>Softw</a:t>
            </a:r>
            <a:r>
              <a:rPr lang="en-IN" sz="1200" dirty="0">
                <a:latin typeface="+mn-lt"/>
              </a:rPr>
              <a:t>. Eng., 2023. </a:t>
            </a:r>
          </a:p>
          <a:p>
            <a:pPr marL="266700" indent="-266700" algn="just" defTabSz="912813" eaLnBrk="0" hangingPunct="0">
              <a:lnSpc>
                <a:spcPct val="125000"/>
              </a:lnSpc>
              <a:spcBef>
                <a:spcPct val="30000"/>
              </a:spcBef>
              <a:buClr>
                <a:schemeClr val="tx2"/>
              </a:buClr>
              <a:buFontTx/>
              <a:buAutoNum type="arabicPeriod"/>
            </a:pPr>
            <a:r>
              <a:rPr lang="en-IN" sz="1200" dirty="0">
                <a:latin typeface="+mn-lt"/>
              </a:rPr>
              <a:t>R. Singh and P. Verma, "Automated Irrigation System using Soil Moisture Sensor and Blynk IoT Platform," J. Agric. Eng., 2022. </a:t>
            </a:r>
          </a:p>
          <a:p>
            <a:pPr marL="266700" indent="-266700" algn="just" defTabSz="912813" eaLnBrk="0" hangingPunct="0">
              <a:lnSpc>
                <a:spcPct val="125000"/>
              </a:lnSpc>
              <a:spcBef>
                <a:spcPct val="30000"/>
              </a:spcBef>
              <a:buClr>
                <a:schemeClr val="tx2"/>
              </a:buClr>
              <a:buFontTx/>
              <a:buAutoNum type="arabicPeriod"/>
            </a:pPr>
            <a:r>
              <a:rPr lang="en-IN" sz="1200" dirty="0">
                <a:latin typeface="+mn-lt"/>
              </a:rPr>
              <a:t>ESP32 Technical Reference Manual, </a:t>
            </a:r>
            <a:r>
              <a:rPr lang="en-IN" sz="1200" dirty="0" err="1">
                <a:latin typeface="+mn-lt"/>
              </a:rPr>
              <a:t>Espressif</a:t>
            </a:r>
            <a:r>
              <a:rPr lang="en-IN" sz="1200" dirty="0">
                <a:latin typeface="+mn-lt"/>
              </a:rPr>
              <a:t> Systems; DHT11 Sensor Datasheet; Blynk IoT Platform Documentation.</a:t>
            </a:r>
          </a:p>
          <a:p>
            <a:pPr defTabSz="912813" eaLnBrk="0" hangingPunct="0">
              <a:lnSpc>
                <a:spcPct val="125000"/>
              </a:lnSpc>
              <a:spcBef>
                <a:spcPct val="30000"/>
              </a:spcBef>
              <a:buClr>
                <a:schemeClr val="tx2"/>
              </a:buClr>
            </a:pPr>
            <a:r>
              <a:rPr lang="en-GB" sz="2400" b="1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Acknowledgements</a:t>
            </a:r>
          </a:p>
          <a:p>
            <a:pPr marL="266700" indent="-266700" algn="just" defTabSz="912813" eaLnBrk="0" hangingPunct="0">
              <a:lnSpc>
                <a:spcPct val="125000"/>
              </a:lnSpc>
              <a:spcBef>
                <a:spcPts val="500"/>
              </a:spcBef>
              <a:buClr>
                <a:schemeClr val="tx2"/>
              </a:buClr>
              <a:buFontTx/>
              <a:buChar char="•"/>
            </a:pPr>
            <a:r>
              <a:rPr lang="en-IN" sz="1200" dirty="0">
                <a:latin typeface="+mn-lt"/>
              </a:rPr>
              <a:t>Department of Mechanical Engineering, Knowledge Institute of Technology, Salem. </a:t>
            </a:r>
          </a:p>
          <a:p>
            <a:pPr marL="266700" indent="-266700" algn="just" defTabSz="912813" eaLnBrk="0" hangingPunct="0">
              <a:lnSpc>
                <a:spcPct val="125000"/>
              </a:lnSpc>
              <a:spcBef>
                <a:spcPts val="500"/>
              </a:spcBef>
              <a:buClr>
                <a:schemeClr val="tx2"/>
              </a:buClr>
              <a:buFontTx/>
              <a:buChar char="•"/>
            </a:pPr>
            <a:r>
              <a:rPr lang="en-IN" sz="1200" dirty="0">
                <a:latin typeface="+mn-lt"/>
              </a:rPr>
              <a:t>Our Project Guide and Team Members for their valuable guidance and continuous support.</a:t>
            </a:r>
            <a:endParaRPr lang="en-GB" sz="120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2052" name="Text Box 8"/>
          <p:cNvSpPr txBox="1">
            <a:spLocks noChangeArrowheads="1"/>
          </p:cNvSpPr>
          <p:nvPr/>
        </p:nvSpPr>
        <p:spPr bwMode="auto">
          <a:xfrm>
            <a:off x="10931445" y="25618463"/>
            <a:ext cx="9541718" cy="13001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 lIns="287990" tIns="179993" rIns="0" bIns="179993" anchor="b">
            <a:spAutoFit/>
          </a:bodyPr>
          <a:lstStyle/>
          <a:p>
            <a:pPr marL="266700" indent="-266700" defTabSz="912813" eaLnBrk="0" hangingPunct="0">
              <a:spcBef>
                <a:spcPts val="1600"/>
              </a:spcBef>
            </a:pPr>
            <a:r>
              <a:rPr lang="en-GB" sz="2400" b="1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Contact information</a:t>
            </a:r>
          </a:p>
          <a:p>
            <a:pPr marL="266700" indent="-266700" defTabSz="912813" eaLnBrk="0" hangingPunct="0">
              <a:lnSpc>
                <a:spcPct val="125000"/>
              </a:lnSpc>
              <a:spcBef>
                <a:spcPts val="500"/>
              </a:spcBef>
              <a:buClr>
                <a:schemeClr val="tx2"/>
              </a:buClr>
              <a:buFontTx/>
              <a:buChar char="•"/>
            </a:pPr>
            <a:r>
              <a:rPr lang="en-IN" sz="1200" dirty="0">
                <a:latin typeface="+mn-lt"/>
              </a:rPr>
              <a:t>Department of Mechanical Engineering, Knowledge Institute of Technology, Salem</a:t>
            </a:r>
          </a:p>
          <a:p>
            <a:pPr marL="266700" indent="-266700" defTabSz="912813" eaLnBrk="0" hangingPunct="0">
              <a:lnSpc>
                <a:spcPct val="125000"/>
              </a:lnSpc>
              <a:spcBef>
                <a:spcPts val="500"/>
              </a:spcBef>
              <a:buClr>
                <a:schemeClr val="tx2"/>
              </a:buClr>
              <a:buFontTx/>
              <a:buChar char="•"/>
            </a:pPr>
            <a:r>
              <a:rPr lang="en-GB" sz="1200" dirty="0">
                <a:latin typeface="+mn-lt"/>
                <a:cs typeface="Arial" panose="020B0604020202020204" pitchFamily="34" charset="0"/>
              </a:rPr>
              <a:t>Email: </a:t>
            </a:r>
            <a:r>
              <a:rPr lang="en-GB" sz="12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2k23me013</a:t>
            </a:r>
            <a:r>
              <a:rPr lang="en-GB" sz="12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  <a:hlinkClick r:id="rId3"/>
              </a:rPr>
              <a:t>@kiot.ac.in</a:t>
            </a:r>
            <a:r>
              <a:rPr lang="en-GB" sz="12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GB" sz="1200" b="1" dirty="0">
                <a:latin typeface="+mn-lt"/>
                <a:cs typeface="Arial" panose="020B0604020202020204" pitchFamily="34" charset="0"/>
              </a:rPr>
              <a:t>|</a:t>
            </a:r>
            <a:r>
              <a:rPr lang="en-GB" sz="12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 www.kiot.ac.in</a:t>
            </a:r>
            <a:endParaRPr lang="en-GB" sz="1600" b="1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056" name="Rectangle 19"/>
          <p:cNvSpPr>
            <a:spLocks noChangeArrowheads="1"/>
          </p:cNvSpPr>
          <p:nvPr/>
        </p:nvSpPr>
        <p:spPr bwMode="auto">
          <a:xfrm>
            <a:off x="1333154" y="27381347"/>
            <a:ext cx="3439346" cy="2446338"/>
          </a:xfrm>
          <a:prstGeom prst="rect">
            <a:avLst/>
          </a:prstGeom>
          <a:noFill/>
          <a:ln w="19050" cap="rnd">
            <a:solidFill>
              <a:schemeClr val="tx2"/>
            </a:solidFill>
            <a:prstDash val="sysDot"/>
            <a:miter lim="800000"/>
            <a:headEnd/>
            <a:tailEnd/>
          </a:ln>
        </p:spPr>
        <p:txBody>
          <a:bodyPr wrap="square" anchor="ctr"/>
          <a:lstStyle/>
          <a:p>
            <a:pPr algn="ctr"/>
            <a:r>
              <a:rPr lang="en-US" sz="1800" dirty="0">
                <a:solidFill>
                  <a:schemeClr val="tx2"/>
                </a:solidFill>
                <a:latin typeface="Arial" charset="0"/>
              </a:rPr>
              <a:t>[Insert QR Code]</a:t>
            </a:r>
          </a:p>
        </p:txBody>
      </p:sp>
      <p:sp>
        <p:nvSpPr>
          <p:cNvPr id="2057" name="Text Box 20"/>
          <p:cNvSpPr txBox="1">
            <a:spLocks noChangeArrowheads="1"/>
          </p:cNvSpPr>
          <p:nvPr/>
        </p:nvSpPr>
        <p:spPr bwMode="auto">
          <a:xfrm>
            <a:off x="5581626" y="27813395"/>
            <a:ext cx="3238500" cy="1508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7" rIns="91436" bIns="45717">
            <a:spAutoFit/>
          </a:bodyPr>
          <a:lstStyle/>
          <a:p>
            <a:r>
              <a:rPr lang="en-GB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QR Code — Project Report (PDF) | Source Code Repository | Demonstration Video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53AB2554-C850-4719-A3D9-8A7C5FE0E37B}"/>
              </a:ext>
            </a:extLst>
          </p:cNvPr>
          <p:cNvSpPr txBox="1">
            <a:spLocks/>
          </p:cNvSpPr>
          <p:nvPr/>
        </p:nvSpPr>
        <p:spPr bwMode="auto">
          <a:xfrm>
            <a:off x="10987089" y="5274891"/>
            <a:ext cx="9644062" cy="15913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60000" indent="-360000" algn="l" defTabSz="2952750" rtl="0" eaLnBrk="1" fontAlgn="base" hangingPunct="1">
              <a:lnSpc>
                <a:spcPct val="125000"/>
              </a:lnSpc>
              <a:spcBef>
                <a:spcPts val="1400"/>
              </a:spcBef>
              <a:spcAft>
                <a:spcPct val="0"/>
              </a:spcAft>
              <a:buClr>
                <a:schemeClr val="tx2"/>
              </a:buClr>
              <a:buChar char="•"/>
              <a:defRPr sz="19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20000" indent="-360000" algn="l" defTabSz="2952750" rtl="0" eaLnBrk="1" fontAlgn="base" hangingPunct="1">
              <a:lnSpc>
                <a:spcPct val="125000"/>
              </a:lnSpc>
              <a:spcBef>
                <a:spcPts val="1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80000" indent="-360000" algn="l" defTabSz="2952750" rtl="0" eaLnBrk="1" fontAlgn="base" hangingPunct="1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Rdg Vesta" pitchFamily="2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50000" indent="-270000" algn="l" defTabSz="2952750" rtl="0" eaLnBrk="1" fontAlgn="base" hangingPunct="1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30000" indent="-180000" algn="l" defTabSz="2952750" rtl="0" eaLnBrk="1" fontAlgn="base" hangingPunct="1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Clr>
                <a:schemeClr val="tx2"/>
              </a:buClr>
              <a:buFont typeface="Rdg Vesta" pitchFamily="2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3019425" indent="-738188" algn="l" defTabSz="2952750" rtl="0" eaLnBrk="1" fontAlgn="base" hangingPunct="1">
              <a:lnSpc>
                <a:spcPct val="125000"/>
              </a:lnSpc>
              <a:spcBef>
                <a:spcPct val="6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3476625" indent="-738188" algn="l" defTabSz="2952750" rtl="0" eaLnBrk="1" fontAlgn="base" hangingPunct="1">
              <a:lnSpc>
                <a:spcPct val="125000"/>
              </a:lnSpc>
              <a:spcBef>
                <a:spcPct val="6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933825" indent="-738188" algn="l" defTabSz="2952750" rtl="0" eaLnBrk="1" fontAlgn="base" hangingPunct="1">
              <a:lnSpc>
                <a:spcPct val="125000"/>
              </a:lnSpc>
              <a:spcBef>
                <a:spcPct val="6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4391025" indent="-738188" algn="l" defTabSz="2952750" rtl="0" eaLnBrk="1" fontAlgn="base" hangingPunct="1">
              <a:lnSpc>
                <a:spcPct val="125000"/>
              </a:lnSpc>
              <a:spcBef>
                <a:spcPct val="6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446088" indent="-446088">
              <a:spcBef>
                <a:spcPts val="0"/>
              </a:spcBef>
              <a:buNone/>
            </a:pPr>
            <a:r>
              <a:rPr lang="en-GB" sz="2400" b="1" kern="1200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Dataset / Input Data</a:t>
            </a: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Real-time soil moisture readings (0–100%), temperature (0–50°C), and relative humidity (20–90% RH) collected from the sensors during dry-</a:t>
            </a: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soil and wet-soil test trials were used to trigger pump control decisions and to evaluate the accuracy and responsiveness of the system.</a:t>
            </a:r>
            <a:endParaRPr lang="en-GB" sz="1200" dirty="0">
              <a:latin typeface="+mn-lt"/>
            </a:endParaRP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GB" sz="2400" b="1" kern="1200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Experimental Setup</a:t>
            </a: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The prototype — an ESP32 microcontroller, soil moisture sensor inserted into dry and wet soil sample containers, DHT11 sensor, relay</a:t>
            </a: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controlled 12V DC pump, and 16×2 I2C LCD — was tested under normal lab conditions. Sensor data was logged and cross-verified against</a:t>
            </a: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the Blynk mobile dashboard to evaluate system performance.</a:t>
            </a:r>
            <a:endParaRPr lang="en-GB" sz="1200" dirty="0">
              <a:latin typeface="+mn-lt"/>
            </a:endParaRP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GB" sz="2400" b="1" kern="1200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Results</a:t>
            </a:r>
            <a:endParaRPr lang="en-GB" sz="2400" b="1" dirty="0">
              <a:solidFill>
                <a:schemeClr val="tx2"/>
              </a:solidFill>
              <a:latin typeface="+mj-lt"/>
            </a:endParaRPr>
          </a:p>
          <a:p>
            <a:pPr marL="358775" indent="-358775" algn="just">
              <a:spcBef>
                <a:spcPts val="600"/>
              </a:spcBef>
              <a:buNone/>
            </a:pPr>
            <a:endParaRPr lang="en-GB" sz="2400" b="1" kern="1200" dirty="0">
              <a:solidFill>
                <a:schemeClr val="tx2"/>
              </a:solidFill>
              <a:latin typeface="+mj-lt"/>
              <a:cs typeface="Arial" panose="020B0604020202020204" pitchFamily="34" charset="0"/>
            </a:endParaRPr>
          </a:p>
          <a:p>
            <a:pPr marL="358775" indent="-358775" algn="just">
              <a:spcBef>
                <a:spcPts val="600"/>
              </a:spcBef>
              <a:buNone/>
            </a:pPr>
            <a:endParaRPr lang="en-GB" sz="2400" b="1" dirty="0">
              <a:solidFill>
                <a:schemeClr val="tx2"/>
              </a:solidFill>
              <a:latin typeface="+mj-lt"/>
            </a:endParaRPr>
          </a:p>
          <a:p>
            <a:pPr marL="358775" indent="-358775" algn="just">
              <a:spcBef>
                <a:spcPts val="600"/>
              </a:spcBef>
              <a:buNone/>
            </a:pPr>
            <a:endParaRPr lang="en-GB" sz="2400" b="1" dirty="0">
              <a:solidFill>
                <a:schemeClr val="tx2"/>
              </a:solidFill>
              <a:latin typeface="+mj-lt"/>
            </a:endParaRP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GB" sz="2400" b="1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Testing and Validation</a:t>
            </a:r>
          </a:p>
          <a:p>
            <a:pPr marL="358775" indent="-358775" algn="just">
              <a:spcBef>
                <a:spcPts val="600"/>
              </a:spcBef>
              <a:buNone/>
            </a:pPr>
            <a:endParaRPr lang="en-GB" sz="2400" b="1" dirty="0">
              <a:solidFill>
                <a:schemeClr val="tx2"/>
              </a:solidFill>
            </a:endParaRPr>
          </a:p>
          <a:p>
            <a:pPr marL="358775" indent="-358775" algn="just">
              <a:spcBef>
                <a:spcPts val="600"/>
              </a:spcBef>
              <a:buNone/>
            </a:pPr>
            <a:endParaRPr lang="en-GB" sz="2400" b="1" kern="1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8775" indent="-358775" algn="just">
              <a:spcBef>
                <a:spcPts val="600"/>
              </a:spcBef>
              <a:buNone/>
            </a:pPr>
            <a:endParaRPr lang="en-GB" sz="2400" b="1" dirty="0">
              <a:solidFill>
                <a:schemeClr val="tx2"/>
              </a:solidFill>
            </a:endParaRP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GB" sz="2400" b="1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Challenges Encountered</a:t>
            </a:r>
          </a:p>
          <a:p>
            <a:pPr marL="714375" indent="-357375" algn="just">
              <a:spcBef>
                <a:spcPts val="600"/>
              </a:spcBef>
              <a:buFont typeface="Arial" pitchFamily="34" charset="0"/>
              <a:buChar char="•"/>
            </a:pPr>
            <a:r>
              <a:rPr lang="en-IN" sz="1200" b="1" dirty="0">
                <a:latin typeface="+mn-lt"/>
              </a:rPr>
              <a:t>Challenge 1: </a:t>
            </a:r>
            <a:r>
              <a:rPr lang="en-IN" sz="1200" dirty="0">
                <a:latin typeface="+mn-lt"/>
              </a:rPr>
              <a:t>Achieving a consistent soil-moisture threshold across varying soil types.</a:t>
            </a:r>
          </a:p>
          <a:p>
            <a:pPr marL="714375" indent="-357375" algn="just">
              <a:spcBef>
                <a:spcPts val="600"/>
              </a:spcBef>
              <a:buFont typeface="Arial" pitchFamily="34" charset="0"/>
              <a:buChar char="•"/>
            </a:pPr>
            <a:r>
              <a:rPr lang="en-IN" sz="1200" b="1" dirty="0">
                <a:latin typeface="+mn-lt"/>
              </a:rPr>
              <a:t>Challenge 2:</a:t>
            </a:r>
            <a:r>
              <a:rPr lang="en-IN" sz="1200" dirty="0">
                <a:latin typeface="+mn-lt"/>
              </a:rPr>
              <a:t> Maintaining stable Wi-Fi/Blynk connectivity for continuous remote monitoring</a:t>
            </a:r>
            <a:endParaRPr lang="en-GB" sz="1200" b="1" kern="120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GB" sz="2400" b="1" kern="1200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Solutions Implemented</a:t>
            </a:r>
          </a:p>
          <a:p>
            <a:pPr marL="714375" indent="-357375" algn="just">
              <a:spcBef>
                <a:spcPts val="600"/>
              </a:spcBef>
              <a:buFont typeface="Arial" pitchFamily="34" charset="0"/>
              <a:buChar char="•"/>
            </a:pPr>
            <a:r>
              <a:rPr lang="en-IN" sz="1200" b="1" dirty="0"/>
              <a:t>Solution 1: </a:t>
            </a:r>
            <a:r>
              <a:rPr lang="en-IN" sz="1200" dirty="0"/>
              <a:t>Calibrated threshold values through repeated dry- and wet-soil test trials. </a:t>
            </a:r>
          </a:p>
          <a:p>
            <a:pPr marL="714375" indent="-357375" algn="just">
              <a:spcBef>
                <a:spcPts val="600"/>
              </a:spcBef>
              <a:buFont typeface="Arial" pitchFamily="34" charset="0"/>
              <a:buChar char="•"/>
            </a:pPr>
            <a:r>
              <a:rPr lang="en-IN" sz="1200" b="1" dirty="0"/>
              <a:t>Solution 2: </a:t>
            </a:r>
            <a:r>
              <a:rPr lang="en-IN" sz="1200" dirty="0"/>
              <a:t>Optimized ESP32 Wi-Fi firmware and used a stable power supply for reliable IoT communication.</a:t>
            </a:r>
            <a:endParaRPr lang="en-GB" sz="1200" b="1" kern="1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GB" sz="2400" b="1" kern="1200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Innovation / Novel Features</a:t>
            </a:r>
            <a:r>
              <a:rPr lang="en-GB" sz="2400" kern="1200" dirty="0">
                <a:latin typeface="+mj-lt"/>
              </a:rPr>
              <a:t>.</a:t>
            </a:r>
            <a:endParaRPr lang="en-GB" sz="2400" dirty="0">
              <a:latin typeface="+mj-lt"/>
            </a:endParaRP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A low-cost (~₹1,480), closed-loop automated irrigation solution combining soil-moisture and climate sensing with relay-driven pump control,</a:t>
            </a: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dual LED status indication, and Blynk-based IoT remote monitoring and control — making precision irrigation accessible to small-scale</a:t>
            </a: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farmers.</a:t>
            </a:r>
            <a:endParaRPr lang="en-GB" sz="1200" b="1" dirty="0">
              <a:solidFill>
                <a:schemeClr val="tx2"/>
              </a:solidFill>
              <a:latin typeface="+mn-lt"/>
            </a:endParaRP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GB" sz="2400" b="1" kern="1200" dirty="0">
                <a:solidFill>
                  <a:schemeClr val="tx2"/>
                </a:solidFill>
                <a:cs typeface="Arial" panose="020B0604020202020204" pitchFamily="34" charset="0"/>
              </a:rPr>
              <a:t>Applications</a:t>
            </a:r>
            <a:endParaRPr lang="en-GB" sz="3000" b="1" dirty="0">
              <a:solidFill>
                <a:schemeClr val="tx2"/>
              </a:solidFill>
            </a:endParaRPr>
          </a:p>
          <a:p>
            <a:pPr marL="714375" indent="-357375" algn="just">
              <a:spcBef>
                <a:spcPts val="600"/>
              </a:spcBef>
              <a:buFont typeface="Arial" pitchFamily="34" charset="0"/>
              <a:buChar char="•"/>
            </a:pPr>
            <a:r>
              <a:rPr lang="en-IN" sz="1200" dirty="0">
                <a:latin typeface="+mn-lt"/>
              </a:rPr>
              <a:t>Agricultural fields for automatic irrigation</a:t>
            </a:r>
          </a:p>
          <a:p>
            <a:pPr marL="714375" indent="-357375" algn="just">
              <a:spcBef>
                <a:spcPts val="600"/>
              </a:spcBef>
              <a:buFont typeface="Arial" pitchFamily="34" charset="0"/>
              <a:buChar char="•"/>
            </a:pPr>
            <a:r>
              <a:rPr lang="en-IN" sz="1200" dirty="0">
                <a:latin typeface="+mn-lt"/>
              </a:rPr>
              <a:t>Greenhouses and polyhouse farming </a:t>
            </a:r>
          </a:p>
          <a:p>
            <a:pPr marL="714375" indent="-357375" algn="just">
              <a:spcBef>
                <a:spcPts val="600"/>
              </a:spcBef>
              <a:buFont typeface="Arial" pitchFamily="34" charset="0"/>
              <a:buChar char="•"/>
            </a:pPr>
            <a:r>
              <a:rPr lang="en-IN" sz="1200" dirty="0">
                <a:latin typeface="+mn-lt"/>
              </a:rPr>
              <a:t>Home gardens and smart gardening systems</a:t>
            </a:r>
          </a:p>
          <a:p>
            <a:pPr marL="714375" indent="-357375" algn="just">
              <a:spcBef>
                <a:spcPts val="600"/>
              </a:spcBef>
              <a:buFont typeface="Arial" pitchFamily="34" charset="0"/>
              <a:buChar char="•"/>
            </a:pPr>
            <a:r>
              <a:rPr lang="en-IN" sz="1200" dirty="0">
                <a:latin typeface="+mn-lt"/>
              </a:rPr>
              <a:t>Nurseries and landscaping / lawn irrigation</a:t>
            </a:r>
            <a:endParaRPr lang="en-GB" sz="1200" b="1" dirty="0">
              <a:solidFill>
                <a:schemeClr val="tx2"/>
              </a:solidFill>
              <a:latin typeface="+mn-lt"/>
            </a:endParaRP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GB" sz="2400" b="1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Scope</a:t>
            </a: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Future enhancements include pH, nutrient, and rain sensors; weather-forecast-based scheduling; wireless sensor networks for large fields;</a:t>
            </a: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multi-crop irrigation customization; capacitive moisture sensors for durability; and an integrated automatic fertilizer dosing system.</a:t>
            </a:r>
            <a:endParaRPr lang="en-GB" sz="1200" dirty="0">
              <a:latin typeface="+mn-lt"/>
            </a:endParaRP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GB" sz="2400" b="1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Outcomes</a:t>
            </a: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The project successfully delivered a validated, automated smart irrigation prototype that reduces water wastage and manual labour through</a:t>
            </a: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real-time IoT-based monitoring — suitable for small-scale agricultural fields, home gardens, and greenhouse environments.</a:t>
            </a:r>
            <a:endParaRPr lang="en-GB" sz="1200" b="1" dirty="0">
              <a:solidFill>
                <a:schemeClr val="tx2"/>
              </a:solidFill>
              <a:latin typeface="+mn-lt"/>
            </a:endParaRP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GB" sz="2400" b="1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Skills Acquired</a:t>
            </a:r>
          </a:p>
          <a:p>
            <a:pPr marL="714375" indent="-357375">
              <a:spcBef>
                <a:spcPts val="600"/>
              </a:spcBef>
              <a:buFont typeface="Arial" pitchFamily="34" charset="0"/>
              <a:buChar char="•"/>
            </a:pPr>
            <a:r>
              <a:rPr lang="en-IN" sz="1200" b="1" dirty="0"/>
              <a:t>Technical Skill: </a:t>
            </a:r>
            <a:r>
              <a:rPr lang="en-IN" sz="1200" dirty="0"/>
              <a:t>Embedded Systems, ESP32 Programming, Sensor Interfacing, IoT (Blynk) Integration, CAD Modeling. </a:t>
            </a:r>
          </a:p>
          <a:p>
            <a:pPr marL="714375" indent="-357375">
              <a:spcBef>
                <a:spcPts val="600"/>
              </a:spcBef>
              <a:buFont typeface="Arial" pitchFamily="34" charset="0"/>
              <a:buChar char="•"/>
            </a:pPr>
            <a:r>
              <a:rPr lang="en-IN" sz="1200" b="1" dirty="0"/>
              <a:t>Soft Skill: </a:t>
            </a:r>
            <a:r>
              <a:rPr lang="en-IN" sz="1200" dirty="0"/>
              <a:t>Teamwork, Problem Solving, Field Research, Technical Documentation.</a:t>
            </a:r>
            <a:endParaRPr lang="en-GB" sz="1200" kern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05FE77-C17F-88E9-02D2-9BDFE802C06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1748" y="23492915"/>
            <a:ext cx="3439346" cy="216024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A0DBBA8-E9E8-9039-712A-510AAD64D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314353"/>
              </p:ext>
            </p:extLst>
          </p:nvPr>
        </p:nvGraphicFramePr>
        <p:xfrm>
          <a:off x="11198250" y="8443243"/>
          <a:ext cx="9253686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81078">
                  <a:extLst>
                    <a:ext uri="{9D8B030D-6E8A-4147-A177-3AD203B41FA5}">
                      <a16:colId xmlns:a16="http://schemas.microsoft.com/office/drawing/2014/main" val="1740367196"/>
                    </a:ext>
                  </a:extLst>
                </a:gridCol>
                <a:gridCol w="5472608">
                  <a:extLst>
                    <a:ext uri="{9D8B030D-6E8A-4147-A177-3AD203B41FA5}">
                      <a16:colId xmlns:a16="http://schemas.microsoft.com/office/drawing/2014/main" val="3296414843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Module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Result</a:t>
                      </a:r>
                      <a:r>
                        <a:rPr lang="en-IN" dirty="0"/>
                        <a:t> 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5799375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r>
                        <a:rPr lang="en-IN" sz="1200" dirty="0"/>
                        <a:t>Prototype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Successfully built a working IoT-based irrigation prototype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5290870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r>
                        <a:rPr lang="en-IN" sz="1200" dirty="0"/>
                        <a:t>Soil Moisture Sensing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Accurately distinguished dry vs. wet soil conditions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0944458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r>
                        <a:rPr lang="en-IN" sz="1200" dirty="0"/>
                        <a:t>Pump Automation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Relay-controlled pump switched ON/OFF correctly at threshold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4661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r>
                        <a:rPr lang="en-IN" sz="1200" dirty="0"/>
                        <a:t>IoT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Real-time sensor and status data streamed to Blynk successfully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156252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C20FF26-1DBB-0BA4-D315-0269ED168F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7750408"/>
              </p:ext>
            </p:extLst>
          </p:nvPr>
        </p:nvGraphicFramePr>
        <p:xfrm>
          <a:off x="11198250" y="10511259"/>
          <a:ext cx="9253686" cy="167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26843">
                  <a:extLst>
                    <a:ext uri="{9D8B030D-6E8A-4147-A177-3AD203B41FA5}">
                      <a16:colId xmlns:a16="http://schemas.microsoft.com/office/drawing/2014/main" val="850204037"/>
                    </a:ext>
                  </a:extLst>
                </a:gridCol>
                <a:gridCol w="4626843">
                  <a:extLst>
                    <a:ext uri="{9D8B030D-6E8A-4147-A177-3AD203B41FA5}">
                      <a16:colId xmlns:a16="http://schemas.microsoft.com/office/drawing/2014/main" val="273771002"/>
                    </a:ext>
                  </a:extLst>
                </a:gridCol>
              </a:tblGrid>
              <a:tr h="266007"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+mj-lt"/>
                        </a:rPr>
                        <a:t>Metric</a:t>
                      </a:r>
                      <a:endParaRPr lang="en-IN" b="0" dirty="0">
                        <a:latin typeface="+mj-lt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+mj-lt"/>
                        </a:rPr>
                        <a:t>Target Performance 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6581247"/>
                  </a:ext>
                </a:extLst>
              </a:tr>
              <a:tr h="239407">
                <a:tc>
                  <a:txBody>
                    <a:bodyPr/>
                    <a:lstStyle/>
                    <a:p>
                      <a:r>
                        <a:rPr lang="en-IN" sz="1200" dirty="0"/>
                        <a:t>Soil Moisture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Accurate dry / wet classification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7075244"/>
                  </a:ext>
                </a:extLst>
              </a:tr>
              <a:tr h="239407">
                <a:tc>
                  <a:txBody>
                    <a:bodyPr/>
                    <a:lstStyle/>
                    <a:p>
                      <a:r>
                        <a:rPr lang="en-IN" sz="1200" dirty="0"/>
                        <a:t>Pump Response Time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Quick, automatic activation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8875285"/>
                  </a:ext>
                </a:extLst>
              </a:tr>
              <a:tr h="239407">
                <a:tc>
                  <a:txBody>
                    <a:bodyPr/>
                    <a:lstStyle/>
                    <a:p>
                      <a:r>
                        <a:rPr lang="en-IN" sz="1200" dirty="0"/>
                        <a:t>Temp. &amp; Humidity Monitoring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Continuous, accurate readings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2449359"/>
                  </a:ext>
                </a:extLst>
              </a:tr>
              <a:tr h="239407">
                <a:tc>
                  <a:txBody>
                    <a:bodyPr/>
                    <a:lstStyle/>
                    <a:p>
                      <a:r>
                        <a:rPr lang="en-IN" sz="1200" dirty="0"/>
                        <a:t>Remote Monitoring (Blynk)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Real-time data availability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9879188"/>
                  </a:ext>
                </a:extLst>
              </a:tr>
              <a:tr h="239407">
                <a:tc>
                  <a:txBody>
                    <a:bodyPr/>
                    <a:lstStyle/>
                    <a:p>
                      <a:r>
                        <a:rPr lang="en-IN" sz="1200" dirty="0"/>
                        <a:t>System Cost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Low (~₹1,480 prototype)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730546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AA6569D4-87E6-55BE-45E7-CF9B63E148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08"/>
          <a:stretch>
            <a:fillRect/>
          </a:stretch>
        </p:blipFill>
        <p:spPr>
          <a:xfrm>
            <a:off x="2922685" y="14671895"/>
            <a:ext cx="4417472" cy="615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423776"/>
      </p:ext>
    </p:extLst>
  </p:cSld>
  <p:clrMapOvr>
    <a:masterClrMapping/>
  </p:clrMapOvr>
</p:sld>
</file>

<file path=ppt/theme/theme1.xml><?xml version="1.0" encoding="utf-8"?>
<a:theme xmlns:a="http://schemas.openxmlformats.org/drawingml/2006/main" name="KIOT #CE4F2F">
  <a:themeElements>
    <a:clrScheme name="01 KIOT Conference #178473">
      <a:dk1>
        <a:srgbClr val="000000"/>
      </a:dk1>
      <a:lt1>
        <a:srgbClr val="FFFFFF"/>
      </a:lt1>
      <a:dk2>
        <a:srgbClr val="158473"/>
      </a:dk2>
      <a:lt2>
        <a:srgbClr val="808080"/>
      </a:lt2>
      <a:accent1>
        <a:srgbClr val="7AFDE9"/>
      </a:accent1>
      <a:accent2>
        <a:srgbClr val="5BD1BF"/>
      </a:accent2>
      <a:accent3>
        <a:srgbClr val="FFFFFF"/>
      </a:accent3>
      <a:accent4>
        <a:srgbClr val="086154"/>
      </a:accent4>
      <a:accent5>
        <a:srgbClr val="5BD1BF"/>
      </a:accent5>
      <a:accent6>
        <a:srgbClr val="000000"/>
      </a:accent6>
      <a:hlink>
        <a:srgbClr val="158473"/>
      </a:hlink>
      <a:folHlink>
        <a:srgbClr val="08615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29527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29527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lnDef>
    <a:txDef>
      <a:spPr bwMode="auto">
        <a:noFill/>
        <a:ln w="9525">
          <a:noFill/>
          <a:miter lim="800000"/>
          <a:headEnd/>
          <a:tailEnd/>
        </a:ln>
        <a:effectLst/>
      </a:spPr>
      <a:bodyPr lIns="0" tIns="0" rIns="0" bIns="0"/>
      <a:lstStyle>
        <a:defPPr marL="455613" indent="-455613" algn="l" defTabSz="2952750" eaLnBrk="0" hangingPunct="0">
          <a:lnSpc>
            <a:spcPct val="105000"/>
          </a:lnSpc>
          <a:spcBef>
            <a:spcPts val="4400"/>
          </a:spcBef>
          <a:spcAft>
            <a:spcPts val="0"/>
          </a:spcAft>
          <a:buClr>
            <a:schemeClr val="tx2"/>
          </a:buClr>
          <a:defRPr sz="4100" b="1" kern="0" dirty="0">
            <a:solidFill>
              <a:schemeClr val="tx2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27825 KIOT Conference 2022 portrait HT v2.pptx" id="{F18A0F39-BBEB-43DB-BFD6-81A744C52318}" vid="{8D687D27-B946-4FBA-8150-9F172FBFD3DC}"/>
    </a:ext>
  </a:extLst>
</a:theme>
</file>

<file path=ppt/theme/theme2.xml><?xml version="1.0" encoding="utf-8"?>
<a:theme xmlns:a="http://schemas.openxmlformats.org/drawingml/2006/main" name="1_KIOT #CE4F2F">
  <a:themeElements>
    <a:clrScheme name="02 KIOT Conference #E25C3A">
      <a:dk1>
        <a:srgbClr val="000000"/>
      </a:dk1>
      <a:lt1>
        <a:srgbClr val="FFFFFF"/>
      </a:lt1>
      <a:dk2>
        <a:srgbClr val="CE4F2F"/>
      </a:dk2>
      <a:lt2>
        <a:srgbClr val="808080"/>
      </a:lt2>
      <a:accent1>
        <a:srgbClr val="FEC5B6"/>
      </a:accent1>
      <a:accent2>
        <a:srgbClr val="F79E87"/>
      </a:accent2>
      <a:accent3>
        <a:srgbClr val="FFFFFF"/>
      </a:accent3>
      <a:accent4>
        <a:srgbClr val="A8361A"/>
      </a:accent4>
      <a:accent5>
        <a:srgbClr val="F79E87"/>
      </a:accent5>
      <a:accent6>
        <a:srgbClr val="000000"/>
      </a:accent6>
      <a:hlink>
        <a:srgbClr val="CE4F2F"/>
      </a:hlink>
      <a:folHlink>
        <a:srgbClr val="A8361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29527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29527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B27825 KIOT Conference 2022 portrait HT v2.pptx" id="{F18A0F39-BBEB-43DB-BFD6-81A744C52318}" vid="{DA16372C-C8AE-4BEF-9AB6-EF282675B510}"/>
    </a:ext>
  </a:extLst>
</a:theme>
</file>

<file path=ppt/theme/theme3.xml><?xml version="1.0" encoding="utf-8"?>
<a:theme xmlns:a="http://schemas.openxmlformats.org/drawingml/2006/main" name="KIOT #C74486">
  <a:themeElements>
    <a:clrScheme name="03 KIOT Conference #C74486">
      <a:dk1>
        <a:srgbClr val="000000"/>
      </a:dk1>
      <a:lt1>
        <a:srgbClr val="FFFFFF"/>
      </a:lt1>
      <a:dk2>
        <a:srgbClr val="C74486"/>
      </a:dk2>
      <a:lt2>
        <a:srgbClr val="808080"/>
      </a:lt2>
      <a:accent1>
        <a:srgbClr val="FCAAD3"/>
      </a:accent1>
      <a:accent2>
        <a:srgbClr val="DB8EB5"/>
      </a:accent2>
      <a:accent3>
        <a:srgbClr val="FFFFFF"/>
      </a:accent3>
      <a:accent4>
        <a:srgbClr val="810443"/>
      </a:accent4>
      <a:accent5>
        <a:srgbClr val="DB8EB5"/>
      </a:accent5>
      <a:accent6>
        <a:srgbClr val="000000"/>
      </a:accent6>
      <a:hlink>
        <a:srgbClr val="C74486"/>
      </a:hlink>
      <a:folHlink>
        <a:srgbClr val="81044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29527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29527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B27825 KIOT Conference 2022 portrait HT v2.pptx" id="{F18A0F39-BBEB-43DB-BFD6-81A744C52318}" vid="{EDDCA094-D80C-4D1A-9F56-52CCF7C6B5E1}"/>
    </a:ext>
  </a:extLst>
</a:theme>
</file>

<file path=ppt/theme/theme4.xml><?xml version="1.0" encoding="utf-8"?>
<a:theme xmlns:a="http://schemas.openxmlformats.org/drawingml/2006/main" name="KIOT #7F6BAE">
  <a:themeElements>
    <a:clrScheme name="04 KIOT Conference #7F6BAE">
      <a:dk1>
        <a:srgbClr val="000000"/>
      </a:dk1>
      <a:lt1>
        <a:srgbClr val="FFFFFF"/>
      </a:lt1>
      <a:dk2>
        <a:srgbClr val="7F6BAE"/>
      </a:dk2>
      <a:lt2>
        <a:srgbClr val="808080"/>
      </a:lt2>
      <a:accent1>
        <a:srgbClr val="D2C4F2"/>
      </a:accent1>
      <a:accent2>
        <a:srgbClr val="B6A4E0"/>
      </a:accent2>
      <a:accent3>
        <a:srgbClr val="FFFFFF"/>
      </a:accent3>
      <a:accent4>
        <a:srgbClr val="4D3E70"/>
      </a:accent4>
      <a:accent5>
        <a:srgbClr val="B6A4E0"/>
      </a:accent5>
      <a:accent6>
        <a:srgbClr val="000000"/>
      </a:accent6>
      <a:hlink>
        <a:srgbClr val="7F6BAE"/>
      </a:hlink>
      <a:folHlink>
        <a:srgbClr val="4D3E7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29527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29527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B27825 KIOT Conference 2022 portrait HT v2.pptx" id="{F18A0F39-BBEB-43DB-BFD6-81A744C52318}" vid="{52FD576F-A30F-42C3-B3D4-FC5E4D78EA82}"/>
    </a:ext>
  </a:extLst>
</a:theme>
</file>

<file path=ppt/theme/theme5.xml><?xml version="1.0" encoding="utf-8"?>
<a:theme xmlns:a="http://schemas.openxmlformats.org/drawingml/2006/main" name="KIOT #6F7D14">
  <a:themeElements>
    <a:clrScheme name="05 KIOT Conference #6F7D14">
      <a:dk1>
        <a:srgbClr val="000000"/>
      </a:dk1>
      <a:lt1>
        <a:srgbClr val="FFFFFF"/>
      </a:lt1>
      <a:dk2>
        <a:srgbClr val="6F7D14"/>
      </a:dk2>
      <a:lt2>
        <a:srgbClr val="808080"/>
      </a:lt2>
      <a:accent1>
        <a:srgbClr val="BDCC5A"/>
      </a:accent1>
      <a:accent2>
        <a:srgbClr val="9DAE32"/>
      </a:accent2>
      <a:accent3>
        <a:srgbClr val="FFFFFF"/>
      </a:accent3>
      <a:accent4>
        <a:srgbClr val="444E02"/>
      </a:accent4>
      <a:accent5>
        <a:srgbClr val="BDCC5A"/>
      </a:accent5>
      <a:accent6>
        <a:srgbClr val="000000"/>
      </a:accent6>
      <a:hlink>
        <a:srgbClr val="6F7D14"/>
      </a:hlink>
      <a:folHlink>
        <a:srgbClr val="444E0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29527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29527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B27825 KIOT Conference 2022 portrait HT v2.pptx" id="{F18A0F39-BBEB-43DB-BFD6-81A744C52318}" vid="{AF9CF2F7-CEBC-4757-A562-538A8568A1B6}"/>
    </a:ext>
  </a:extLst>
</a:theme>
</file>

<file path=ppt/theme/theme6.xml><?xml version="1.0" encoding="utf-8"?>
<a:theme xmlns:a="http://schemas.openxmlformats.org/drawingml/2006/main" name="1_KIOT conference poster portrait">
  <a:themeElements>
    <a:clrScheme name="06 KIOT Conference #2B7DAE">
      <a:dk1>
        <a:srgbClr val="000000"/>
      </a:dk1>
      <a:lt1>
        <a:srgbClr val="FFFFFF"/>
      </a:lt1>
      <a:dk2>
        <a:srgbClr val="2B7DAE"/>
      </a:dk2>
      <a:lt2>
        <a:srgbClr val="808080"/>
      </a:lt2>
      <a:accent1>
        <a:srgbClr val="7CCDFD"/>
      </a:accent1>
      <a:accent2>
        <a:srgbClr val="62B4E7"/>
      </a:accent2>
      <a:accent3>
        <a:srgbClr val="FFFFFF"/>
      </a:accent3>
      <a:accent4>
        <a:srgbClr val="114E72"/>
      </a:accent4>
      <a:accent5>
        <a:srgbClr val="7CCDFD"/>
      </a:accent5>
      <a:accent6>
        <a:srgbClr val="000000"/>
      </a:accent6>
      <a:hlink>
        <a:srgbClr val="2B7DAE"/>
      </a:hlink>
      <a:folHlink>
        <a:srgbClr val="114E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29527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29527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B27825 KIOT Conference 2022 portrait HT v2.pptx" id="{F18A0F39-BBEB-43DB-BFD6-81A744C52318}" vid="{1757E75D-6B58-43A6-AFC1-7824D5CC8EBB}"/>
    </a:ext>
  </a:ext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KIOT_PBL_Poster_Template</Template>
  <TotalTime>112</TotalTime>
  <Words>1193</Words>
  <Application>Microsoft Office PowerPoint</Application>
  <PresentationFormat>Custom</PresentationFormat>
  <Paragraphs>128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Rdg Vesta</vt:lpstr>
      <vt:lpstr>Arial</vt:lpstr>
      <vt:lpstr>KIOT #CE4F2F</vt:lpstr>
      <vt:lpstr>1_KIOT #CE4F2F</vt:lpstr>
      <vt:lpstr>KIOT #C74486</vt:lpstr>
      <vt:lpstr>KIOT #7F6BAE</vt:lpstr>
      <vt:lpstr>KIOT #6F7D14</vt:lpstr>
      <vt:lpstr>1_KIOT conference poster portrait</vt:lpstr>
      <vt:lpstr>SMART IRRIGATION MONITORING SYSTEM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Research and conference poster</dc:subject>
  <dc:creator>Shanmugam sivaraman</dc:creator>
  <cp:lastModifiedBy>Dharaneshwaran B</cp:lastModifiedBy>
  <cp:revision>7</cp:revision>
  <dcterms:created xsi:type="dcterms:W3CDTF">2026-07-26T14:23:05Z</dcterms:created>
  <dcterms:modified xsi:type="dcterms:W3CDTF">2026-08-15T07:16:56Z</dcterms:modified>
</cp:coreProperties>
</file>