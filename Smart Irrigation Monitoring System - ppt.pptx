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14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IRRIGATION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MONITORING SYSTEM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Irrigation Monitoring System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14173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automate irrigation using real-time soil and environmental data through IoT sensors.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integrated system using ESP32, soil moisture sensor, DHT11, relay module, and Blynk IoT platform.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water wastage, eliminates manual monitoring, and promotes sustainable agriculture.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Engineering Design Process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274320" y="1417320"/>
            <a:ext cx="320040" cy="3200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58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Requirement Analysis</a:t>
            </a: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92608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Identified need to replace manual irrigation with automated, sensor-based control for precision water management.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74320" y="2286000"/>
            <a:ext cx="320040" cy="3200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85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926080" y="2286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Selected ESP32 microcontroller with Wi-Fi, soil moisture sensor, DHT11, relay module, and Blynk IoT platform.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74320" y="3154680"/>
            <a:ext cx="320040" cy="3200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432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8580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Hardware Assembly: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926080" y="3154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Procured and integrated ESP32, sensors, relay module, 12V pump, LCD display, and LEDs on breadboard.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74320" y="4023360"/>
            <a:ext cx="320040" cy="3200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743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8580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Software Development: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2926080" y="4023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Programmed ESP32 using Arduino IDE with threshold-based irrigation control and Blynk cloud connectivity.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 Table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3945"/>
              </p:ext>
            </p:extLst>
          </p:nvPr>
        </p:nvGraphicFramePr>
        <p:xfrm>
          <a:off x="274320" y="1325880"/>
          <a:ext cx="8595360" cy="3017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Soil Sensing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Moisture sensor reads soil water content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Analog signal sent to ESP32 for processing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 Processing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ESP32 compares reading with threshold value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Irrigation decision (ON/OFF) made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Pump Control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Relay module activated/deactivated by ESP32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Water pump switches ON or OFF automatically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 Display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LCD shows temp, humidity, moisture, motor status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Real-time local monitoring enabled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Remote Monitoring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ESP32 sends data to Blynk IoT cloud via Wi-Fi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Remote control &amp; alerts via smartphone app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5"/>
          <p:cNvSpPr/>
          <p:nvPr/>
        </p:nvSpPr>
        <p:spPr>
          <a:xfrm>
            <a:off x="27432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286000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577840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Outcome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List of Activities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Field Visit: 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Visited nearby agricultural farm to observe traditional irrigation problems and farmer challenges.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Hardware Assembly: 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Interfacing ESP32 with soil moisture sensor, DHT11, relay module, water pump, and LCD display.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Software Development: 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Programming ESP32 using Arduino IDE with threshold logic and Blynk IoT cloud integration.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Testing: 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system with dry and wet soil samples to validate automatic pump control and sensor accuracy.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 Duration Table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37307"/>
              </p:ext>
            </p:extLst>
          </p:nvPr>
        </p:nvGraphicFramePr>
        <p:xfrm>
          <a:off x="457200" y="1325880"/>
          <a:ext cx="8229600" cy="3291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A1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Field Visit &amp; Requirement Gathering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A2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Hardware Procurement &amp; Assembly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A3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Sensor Interfacing &amp; Circuit Wiring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A4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Arduino IDE Programming &amp; Blynk Setup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A5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System Integration Testing &amp; Calibration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 ID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828800" y="1325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 Description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8580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 Precedence Table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681539"/>
              </p:ext>
            </p:extLst>
          </p:nvPr>
        </p:nvGraphicFramePr>
        <p:xfrm>
          <a:off x="274320" y="1325880"/>
          <a:ext cx="859536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Preceded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Hardware Assembly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Field Visit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Design finalized after studying farm requirements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Circuit Wiring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Hardware Assembly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Sensors mounted onto assembled breadboard setup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Arduino Programming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Circuit Wiring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Code developed for the physical hardware setup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System Testing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Arduino Programming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Integration testing after software is complete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1325880"/>
            <a:ext cx="8595360" cy="64008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56032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Preceded By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846320" y="1325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Glossary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(Internet of Things):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80360" y="1371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of physical devices connected via internet for data exchange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4320" y="1984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880360" y="19842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Dual-core microcontroller with built-in Wi-Fi and Bluetooth for IoT applications.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74320" y="25968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Soil Moisture Sensor: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880360" y="259689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Detects water content in soil using electrical conductivity between two probes.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74320" y="32095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DHT11: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880360" y="32095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 sensor measuring ambient temperature (0-50°C) and relative humidity (20-90%).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74320" y="3822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Relay Module: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880360" y="3822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Electrically controlled switch allowing ESP32 to operate the high-power water pump.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7432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Blynk Platform: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880360" y="4434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cloud platform enabling real-time remote monitoring and control via smartphone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Science Principles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274320" y="1417320"/>
            <a:ext cx="73152" cy="50292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Electrical Conductivity: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54680" y="13716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Soil moisture is measured by passing current between two probes — wetter soil conducts more.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74320" y="2304288"/>
            <a:ext cx="73152" cy="50292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2585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Closed-Loop Control: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154680" y="2258568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continuously monitors soil and auto-adjusts pump state based on threshold feedback.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74320" y="3191256"/>
            <a:ext cx="73152" cy="50292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31455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 Signal Processing</a:t>
            </a:r>
            <a:r>
              <a:rPr lang="en-US" sz="14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154680" y="3145536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DHT11 sends digital temperature/humidity signals processed by ESP32 for decision-making.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274320" y="4078224"/>
            <a:ext cx="73152" cy="50292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03250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Wireless Communication: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154680" y="4032504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uses 802.11 Wi-Fi (TCP/IP) to transmit sensor data to Blynk cloud in real time.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Concept Rules &amp; Laws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Threshold Principle: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Irrigation triggers only when soil moisture falls below the predefined threshold value.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Automation Rule: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→ Controller → Actuator flow ensures zero manual intervention required.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Ohm's Law (Sensor Principle):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Soil resistance changes with moisture content; higher moisture = lower resistance = higher output.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Feedback Control Law: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Pump is turned OFF automatically once moisture reaches the desired level — preventing over-irrigation.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Data Principle: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sensor data streams continuously to Blynk cloud for remote access and alerts.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Constants &amp; Variables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274320" y="1371600"/>
            <a:ext cx="3931920" cy="3291840"/>
          </a:xfrm>
          <a:prstGeom prst="rect">
            <a:avLst/>
          </a:prstGeom>
          <a:solidFill>
            <a:srgbClr val="EEF4FF"/>
          </a:solidFill>
          <a:ln w="1905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1371600"/>
            <a:ext cx="3931920" cy="411480"/>
          </a:xfrm>
          <a:prstGeom prst="rect">
            <a:avLst/>
          </a:prstGeom>
          <a:solidFill>
            <a:srgbClr val="1557B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CONSTANTS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5720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Clock Speed: 240 MHz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Soil Sensor Voltage: 3.3V – 5V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DHT11 Temp Range: 0°C – 50°C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Pump Voltage: 12V DC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LCD Rows × Cols: 2 × 16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Total Project Cost: ₹1,480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0" y="1371600"/>
            <a:ext cx="4297680" cy="3291840"/>
          </a:xfrm>
          <a:prstGeom prst="rect">
            <a:avLst/>
          </a:prstGeom>
          <a:solidFill>
            <a:srgbClr val="EEF4FF"/>
          </a:solidFill>
          <a:ln w="19050">
            <a:solidFill>
              <a:srgbClr val="1557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0" y="1371600"/>
            <a:ext cx="4297680" cy="411480"/>
          </a:xfrm>
          <a:prstGeom prst="rect">
            <a:avLst/>
          </a:prstGeom>
          <a:solidFill>
            <a:srgbClr val="1557B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VARIABLES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Soil Moisture Level (%): Varies by conditions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Temperature (°C): Real-time ambient reading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Humidity (%RH): Changes with environment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Pump State: ON / OFF based on moisture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Threshold Value: Set per crop/soil type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Equations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Logic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solidFill>
            <a:srgbClr val="E8F0FE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Soil Sensor → ESP32 Processing → Threshold Check → Relay Control → Pump ON/OFF → Blynk Cloud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74320" y="246888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Moisture Decision: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soilValue &gt; soilDry AND temp &gt; tempLimit AND humidity &lt; humLimit → PUMP ON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 Efficiency: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 Saved (%) = [(Manual Usage − Auto Usage) / Manual Usage] × 100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Accuracy: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DHT11 Temp Accuracy = ±2°C | Humidity Accuracy = ±5% RH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Analysis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274320" y="1371600"/>
            <a:ext cx="8595360" cy="749808"/>
          </a:xfrm>
          <a:prstGeom prst="rect">
            <a:avLst/>
          </a:prstGeom>
          <a:solidFill>
            <a:srgbClr val="EEF4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1408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140817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if Wi-Fi disconnects?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1520" y="17556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System continues local operation; pump is controlled by ESP32 using threshold logic without Blynk.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74320" y="2267712"/>
            <a:ext cx="8595360" cy="749808"/>
          </a:xfrm>
          <a:prstGeom prst="rect">
            <a:avLst/>
          </a:prstGeom>
          <a:solidFill>
            <a:srgbClr val="F8FB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" y="23042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if sensor gives wrong reading?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31520" y="26517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Threshold logic prevents extreme over/under-irrigation; sensor should be recalibrated periodically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3163824"/>
            <a:ext cx="8595360" cy="749808"/>
          </a:xfrm>
          <a:prstGeom prst="rect">
            <a:avLst/>
          </a:prstGeom>
          <a:solidFill>
            <a:srgbClr val="EEF4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31520" y="3200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if power supply fails?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31520" y="3547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Pump stops automatically — preventing uncontrolled flooding; battery backup can be added.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74320" y="4059936"/>
            <a:ext cx="8595360" cy="749808"/>
          </a:xfrm>
          <a:prstGeom prst="rect">
            <a:avLst/>
          </a:prstGeom>
          <a:solidFill>
            <a:srgbClr val="F8FB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31520" y="40965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if soil type changes?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731520" y="44439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Threshold values in the code can be updated to suit different crops and soil moisture requirements.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274320" y="1463040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Innovation: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514600" y="1371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Successfully built a low-cost, automated, IoT-based smart irrigation prototype using ESP32 and sensors.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74320" y="2359152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2677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Efficiency: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514600" y="226771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 pump control based on real-time soil moisture eliminates over-irrigation and water wastage.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74320" y="3255264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316382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Reliability: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514600" y="316382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Closed-loop feedback mechanism with LED indicators and LCD display ensures dependable operation.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274320" y="4151376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0599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Scope: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514600" y="405993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Integration of pH sensors, weather forecasting, AI-based prediction, and large-scale field deployment.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1129</Words>
  <Application>Microsoft Office PowerPoint</Application>
  <PresentationFormat>On-screen Show (16:9)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Monitoring System</dc:title>
  <dc:subject>PptxGenJS Presentation</dc:subject>
  <dc:creator>PptxGenJS</dc:creator>
  <cp:lastModifiedBy>Dharaneshwaran B</cp:lastModifiedBy>
  <cp:revision>2</cp:revision>
  <dcterms:created xsi:type="dcterms:W3CDTF">2026-03-27T11:02:24Z</dcterms:created>
  <dcterms:modified xsi:type="dcterms:W3CDTF">2026-03-27T11:25:27Z</dcterms:modified>
</cp:coreProperties>
</file>